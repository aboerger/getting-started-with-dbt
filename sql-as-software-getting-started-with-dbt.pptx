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0" r:id="rId2"/>
    <p:sldId id="316" r:id="rId3"/>
    <p:sldId id="317" r:id="rId4"/>
    <p:sldId id="351" r:id="rId5"/>
    <p:sldId id="344" r:id="rId6"/>
    <p:sldId id="340" r:id="rId7"/>
    <p:sldId id="357" r:id="rId8"/>
    <p:sldId id="319" r:id="rId9"/>
    <p:sldId id="339" r:id="rId10"/>
    <p:sldId id="342" r:id="rId11"/>
    <p:sldId id="321" r:id="rId12"/>
    <p:sldId id="345" r:id="rId13"/>
    <p:sldId id="354" r:id="rId14"/>
    <p:sldId id="341" r:id="rId15"/>
    <p:sldId id="325" r:id="rId16"/>
    <p:sldId id="326" r:id="rId17"/>
    <p:sldId id="327" r:id="rId18"/>
    <p:sldId id="343" r:id="rId19"/>
    <p:sldId id="328" r:id="rId20"/>
    <p:sldId id="330" r:id="rId21"/>
    <p:sldId id="331" r:id="rId22"/>
    <p:sldId id="332" r:id="rId23"/>
    <p:sldId id="359" r:id="rId24"/>
    <p:sldId id="358" r:id="rId25"/>
    <p:sldId id="334" r:id="rId26"/>
    <p:sldId id="337" r:id="rId27"/>
    <p:sldId id="335" r:id="rId28"/>
    <p:sldId id="338" r:id="rId29"/>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267F4A-1957-48DA-B10B-CF9522B30266}" v="1" dt="2026-09-08T18:19:45.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669" autoAdjust="0"/>
  </p:normalViewPr>
  <p:slideViewPr>
    <p:cSldViewPr snapToGrid="0" snapToObjects="1">
      <p:cViewPr varScale="1">
        <p:scale>
          <a:sx n="76" d="100"/>
          <a:sy n="76" d="100"/>
        </p:scale>
        <p:origin x="33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microsoft.com/office/2016/11/relationships/changesInfo" Target="changesInfos/changesInfo1.xml"/><Relationship Id="rId3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oerger, Andrew" userId="0c0bc9a9-2163-4dfe-8380-dffe9bae854a" providerId="ADAL" clId="{517DB387-D46D-4360-A89D-0AB2A58C50C0}"/>
    <pc:docChg chg="undo redo custSel mod addSld delSld modSld sldOrd">
      <pc:chgData name="Boerger, Andrew" userId="0c0bc9a9-2163-4dfe-8380-dffe9bae854a" providerId="ADAL" clId="{517DB387-D46D-4360-A89D-0AB2A58C50C0}" dt="2026-09-09T16:18:00.280" v="482" actId="27636"/>
      <pc:docMkLst>
        <pc:docMk/>
      </pc:docMkLst>
      <pc:sldChg chg="del">
        <pc:chgData name="Boerger, Andrew" userId="0c0bc9a9-2163-4dfe-8380-dffe9bae854a" providerId="ADAL" clId="{517DB387-D46D-4360-A89D-0AB2A58C50C0}" dt="2026-09-08T18:52:39.224" v="22"/>
        <pc:sldMkLst>
          <pc:docMk/>
          <pc:sldMk cId="1135986832" sldId="256"/>
        </pc:sldMkLst>
      </pc:sldChg>
      <pc:sldChg chg="del">
        <pc:chgData name="Boerger, Andrew" userId="0c0bc9a9-2163-4dfe-8380-dffe9bae854a" providerId="ADAL" clId="{517DB387-D46D-4360-A89D-0AB2A58C50C0}" dt="2026-09-08T18:53:06.439" v="25"/>
        <pc:sldMkLst>
          <pc:docMk/>
          <pc:sldMk cId="1281551574" sldId="257"/>
        </pc:sldMkLst>
      </pc:sldChg>
      <pc:sldChg chg="del">
        <pc:chgData name="Boerger, Andrew" userId="0c0bc9a9-2163-4dfe-8380-dffe9bae854a" providerId="ADAL" clId="{517DB387-D46D-4360-A89D-0AB2A58C50C0}" dt="2026-09-08T18:53:45.525" v="30"/>
        <pc:sldMkLst>
          <pc:docMk/>
          <pc:sldMk cId="1733220927" sldId="258"/>
        </pc:sldMkLst>
      </pc:sldChg>
      <pc:sldChg chg="del">
        <pc:chgData name="Boerger, Andrew" userId="0c0bc9a9-2163-4dfe-8380-dffe9bae854a" providerId="ADAL" clId="{517DB387-D46D-4360-A89D-0AB2A58C50C0}" dt="2026-09-08T18:55:04.849" v="40"/>
        <pc:sldMkLst>
          <pc:docMk/>
          <pc:sldMk cId="1281551574" sldId="259"/>
        </pc:sldMkLst>
      </pc:sldChg>
      <pc:sldChg chg="modSp del mod">
        <pc:chgData name="Boerger, Andrew" userId="0c0bc9a9-2163-4dfe-8380-dffe9bae854a" providerId="ADAL" clId="{517DB387-D46D-4360-A89D-0AB2A58C50C0}" dt="2026-09-08T18:56:14.966" v="48"/>
        <pc:sldMkLst>
          <pc:docMk/>
          <pc:sldMk cId="922738249" sldId="260"/>
        </pc:sldMkLst>
        <pc:spChg chg="mod">
          <ac:chgData name="Boerger, Andrew" userId="0c0bc9a9-2163-4dfe-8380-dffe9bae854a" providerId="ADAL" clId="{517DB387-D46D-4360-A89D-0AB2A58C50C0}" dt="2026-09-08T18:19:45.709" v="14" actId="27636"/>
          <ac:spMkLst>
            <pc:docMk/>
            <pc:sldMk cId="922738249" sldId="260"/>
            <ac:spMk id="9" creationId="{69167C31-1622-4F40-9C4C-1FB25C9C110D}"/>
          </ac:spMkLst>
        </pc:spChg>
        <pc:spChg chg="mod">
          <ac:chgData name="Boerger, Andrew" userId="0c0bc9a9-2163-4dfe-8380-dffe9bae854a" providerId="ADAL" clId="{517DB387-D46D-4360-A89D-0AB2A58C50C0}" dt="2026-09-08T18:19:45.707" v="13" actId="27636"/>
          <ac:spMkLst>
            <pc:docMk/>
            <pc:sldMk cId="922738249" sldId="260"/>
            <ac:spMk id="13" creationId="{CBDAAE06-19EE-409D-9092-413150E84C53}"/>
          </ac:spMkLst>
        </pc:spChg>
      </pc:sldChg>
      <pc:sldChg chg="del">
        <pc:chgData name="Boerger, Andrew" userId="0c0bc9a9-2163-4dfe-8380-dffe9bae854a" providerId="ADAL" clId="{517DB387-D46D-4360-A89D-0AB2A58C50C0}" dt="2026-09-08T18:57:43.006" v="53"/>
        <pc:sldMkLst>
          <pc:docMk/>
          <pc:sldMk cId="1733220927" sldId="261"/>
        </pc:sldMkLst>
      </pc:sldChg>
      <pc:sldChg chg="modSp del mod">
        <pc:chgData name="Boerger, Andrew" userId="0c0bc9a9-2163-4dfe-8380-dffe9bae854a" providerId="ADAL" clId="{517DB387-D46D-4360-A89D-0AB2A58C50C0}" dt="2026-09-08T18:59:47.881" v="62"/>
        <pc:sldMkLst>
          <pc:docMk/>
          <pc:sldMk cId="3343157203" sldId="262"/>
        </pc:sldMkLst>
        <pc:spChg chg="mod">
          <ac:chgData name="Boerger, Andrew" userId="0c0bc9a9-2163-4dfe-8380-dffe9bae854a" providerId="ADAL" clId="{517DB387-D46D-4360-A89D-0AB2A58C50C0}" dt="2026-09-08T18:19:45.727" v="15" actId="27636"/>
          <ac:spMkLst>
            <pc:docMk/>
            <pc:sldMk cId="3343157203" sldId="262"/>
            <ac:spMk id="7" creationId="{C426275A-6120-4A60-960F-EDFEA0556A63}"/>
          </ac:spMkLst>
        </pc:spChg>
      </pc:sldChg>
      <pc:sldChg chg="del">
        <pc:chgData name="Boerger, Andrew" userId="0c0bc9a9-2163-4dfe-8380-dffe9bae854a" providerId="ADAL" clId="{517DB387-D46D-4360-A89D-0AB2A58C50C0}" dt="2026-09-08T19:00:20.188" v="64"/>
        <pc:sldMkLst>
          <pc:docMk/>
          <pc:sldMk cId="1281551574" sldId="263"/>
        </pc:sldMkLst>
      </pc:sldChg>
      <pc:sldChg chg="del">
        <pc:chgData name="Boerger, Andrew" userId="0c0bc9a9-2163-4dfe-8380-dffe9bae854a" providerId="ADAL" clId="{517DB387-D46D-4360-A89D-0AB2A58C50C0}" dt="2026-09-08T19:01:27.836" v="71"/>
        <pc:sldMkLst>
          <pc:docMk/>
          <pc:sldMk cId="1733220927" sldId="264"/>
        </pc:sldMkLst>
      </pc:sldChg>
      <pc:sldChg chg="modSp del mod">
        <pc:chgData name="Boerger, Andrew" userId="0c0bc9a9-2163-4dfe-8380-dffe9bae854a" providerId="ADAL" clId="{517DB387-D46D-4360-A89D-0AB2A58C50C0}" dt="2026-09-08T19:02:23.845" v="77"/>
        <pc:sldMkLst>
          <pc:docMk/>
          <pc:sldMk cId="3343157203" sldId="265"/>
        </pc:sldMkLst>
        <pc:spChg chg="mod">
          <ac:chgData name="Boerger, Andrew" userId="0c0bc9a9-2163-4dfe-8380-dffe9bae854a" providerId="ADAL" clId="{517DB387-D46D-4360-A89D-0AB2A58C50C0}" dt="2026-09-08T18:19:45.742" v="16" actId="27636"/>
          <ac:spMkLst>
            <pc:docMk/>
            <pc:sldMk cId="3343157203" sldId="265"/>
            <ac:spMk id="7" creationId="{C426275A-6120-4A60-960F-EDFEA0556A63}"/>
          </ac:spMkLst>
        </pc:spChg>
      </pc:sldChg>
      <pc:sldChg chg="del">
        <pc:chgData name="Boerger, Andrew" userId="0c0bc9a9-2163-4dfe-8380-dffe9bae854a" providerId="ADAL" clId="{517DB387-D46D-4360-A89D-0AB2A58C50C0}" dt="2026-09-08T19:02:50.043" v="79"/>
        <pc:sldMkLst>
          <pc:docMk/>
          <pc:sldMk cId="1281551574" sldId="266"/>
        </pc:sldMkLst>
      </pc:sldChg>
      <pc:sldChg chg="modSp del mod">
        <pc:chgData name="Boerger, Andrew" userId="0c0bc9a9-2163-4dfe-8380-dffe9bae854a" providerId="ADAL" clId="{517DB387-D46D-4360-A89D-0AB2A58C50C0}" dt="2026-09-08T19:03:22.742" v="82"/>
        <pc:sldMkLst>
          <pc:docMk/>
          <pc:sldMk cId="3343157203" sldId="267"/>
        </pc:sldMkLst>
        <pc:spChg chg="mod">
          <ac:chgData name="Boerger, Andrew" userId="0c0bc9a9-2163-4dfe-8380-dffe9bae854a" providerId="ADAL" clId="{517DB387-D46D-4360-A89D-0AB2A58C50C0}" dt="2026-09-08T18:19:45.751" v="17" actId="27636"/>
          <ac:spMkLst>
            <pc:docMk/>
            <pc:sldMk cId="3343157203" sldId="267"/>
            <ac:spMk id="7" creationId="{C426275A-6120-4A60-960F-EDFEA0556A63}"/>
          </ac:spMkLst>
        </pc:spChg>
      </pc:sldChg>
      <pc:sldChg chg="del">
        <pc:chgData name="Boerger, Andrew" userId="0c0bc9a9-2163-4dfe-8380-dffe9bae854a" providerId="ADAL" clId="{517DB387-D46D-4360-A89D-0AB2A58C50C0}" dt="2026-09-08T19:04:29.919" v="85"/>
        <pc:sldMkLst>
          <pc:docMk/>
          <pc:sldMk cId="678549971" sldId="268"/>
        </pc:sldMkLst>
      </pc:sldChg>
      <pc:sldChg chg="modSp del mod">
        <pc:chgData name="Boerger, Andrew" userId="0c0bc9a9-2163-4dfe-8380-dffe9bae854a" providerId="ADAL" clId="{517DB387-D46D-4360-A89D-0AB2A58C50C0}" dt="2026-09-08T19:05:02.660" v="88"/>
        <pc:sldMkLst>
          <pc:docMk/>
          <pc:sldMk cId="922738249" sldId="269"/>
        </pc:sldMkLst>
        <pc:spChg chg="mod">
          <ac:chgData name="Boerger, Andrew" userId="0c0bc9a9-2163-4dfe-8380-dffe9bae854a" providerId="ADAL" clId="{517DB387-D46D-4360-A89D-0AB2A58C50C0}" dt="2026-09-08T18:19:45.508" v="2" actId="27636"/>
          <ac:spMkLst>
            <pc:docMk/>
            <pc:sldMk cId="922738249" sldId="269"/>
            <ac:spMk id="9" creationId="{69167C31-1622-4F40-9C4C-1FB25C9C110D}"/>
          </ac:spMkLst>
        </pc:spChg>
        <pc:spChg chg="mod">
          <ac:chgData name="Boerger, Andrew" userId="0c0bc9a9-2163-4dfe-8380-dffe9bae854a" providerId="ADAL" clId="{517DB387-D46D-4360-A89D-0AB2A58C50C0}" dt="2026-09-08T18:19:45.502" v="1" actId="27636"/>
          <ac:spMkLst>
            <pc:docMk/>
            <pc:sldMk cId="922738249" sldId="269"/>
            <ac:spMk id="13" creationId="{CBDAAE06-19EE-409D-9092-413150E84C53}"/>
          </ac:spMkLst>
        </pc:spChg>
      </pc:sldChg>
      <pc:sldChg chg="modSp del mod">
        <pc:chgData name="Boerger, Andrew" userId="0c0bc9a9-2163-4dfe-8380-dffe9bae854a" providerId="ADAL" clId="{517DB387-D46D-4360-A89D-0AB2A58C50C0}" dt="2026-09-08T19:05:43.378" v="91"/>
        <pc:sldMkLst>
          <pc:docMk/>
          <pc:sldMk cId="3343157203" sldId="270"/>
        </pc:sldMkLst>
        <pc:spChg chg="mod">
          <ac:chgData name="Boerger, Andrew" userId="0c0bc9a9-2163-4dfe-8380-dffe9bae854a" providerId="ADAL" clId="{517DB387-D46D-4360-A89D-0AB2A58C50C0}" dt="2026-09-08T18:19:45.650" v="3" actId="27636"/>
          <ac:spMkLst>
            <pc:docMk/>
            <pc:sldMk cId="3343157203" sldId="270"/>
            <ac:spMk id="7" creationId="{C426275A-6120-4A60-960F-EDFEA0556A63}"/>
          </ac:spMkLst>
        </pc:spChg>
      </pc:sldChg>
      <pc:sldChg chg="del">
        <pc:chgData name="Boerger, Andrew" userId="0c0bc9a9-2163-4dfe-8380-dffe9bae854a" providerId="ADAL" clId="{517DB387-D46D-4360-A89D-0AB2A58C50C0}" dt="2026-09-08T19:06:14.733" v="93"/>
        <pc:sldMkLst>
          <pc:docMk/>
          <pc:sldMk cId="1281551574" sldId="271"/>
        </pc:sldMkLst>
      </pc:sldChg>
      <pc:sldChg chg="del">
        <pc:chgData name="Boerger, Andrew" userId="0c0bc9a9-2163-4dfe-8380-dffe9bae854a" providerId="ADAL" clId="{517DB387-D46D-4360-A89D-0AB2A58C50C0}" dt="2026-09-08T19:07:58.097" v="98"/>
        <pc:sldMkLst>
          <pc:docMk/>
          <pc:sldMk cId="1733220927" sldId="272"/>
        </pc:sldMkLst>
      </pc:sldChg>
      <pc:sldChg chg="modSp del mod">
        <pc:chgData name="Boerger, Andrew" userId="0c0bc9a9-2163-4dfe-8380-dffe9bae854a" providerId="ADAL" clId="{517DB387-D46D-4360-A89D-0AB2A58C50C0}" dt="2026-09-08T19:08:44.753" v="104"/>
        <pc:sldMkLst>
          <pc:docMk/>
          <pc:sldMk cId="922738249" sldId="273"/>
        </pc:sldMkLst>
        <pc:spChg chg="mod">
          <ac:chgData name="Boerger, Andrew" userId="0c0bc9a9-2163-4dfe-8380-dffe9bae854a" providerId="ADAL" clId="{517DB387-D46D-4360-A89D-0AB2A58C50C0}" dt="2026-09-08T18:19:45.660" v="4" actId="27636"/>
          <ac:spMkLst>
            <pc:docMk/>
            <pc:sldMk cId="922738249" sldId="273"/>
            <ac:spMk id="9" creationId="{69167C31-1622-4F40-9C4C-1FB25C9C110D}"/>
          </ac:spMkLst>
        </pc:spChg>
        <pc:spChg chg="mod">
          <ac:chgData name="Boerger, Andrew" userId="0c0bc9a9-2163-4dfe-8380-dffe9bae854a" providerId="ADAL" clId="{517DB387-D46D-4360-A89D-0AB2A58C50C0}" dt="2026-09-08T18:19:45.661" v="5" actId="27636"/>
          <ac:spMkLst>
            <pc:docMk/>
            <pc:sldMk cId="922738249" sldId="273"/>
            <ac:spMk id="13" creationId="{CBDAAE06-19EE-409D-9092-413150E84C53}"/>
          </ac:spMkLst>
        </pc:spChg>
      </pc:sldChg>
      <pc:sldChg chg="modSp del mod">
        <pc:chgData name="Boerger, Andrew" userId="0c0bc9a9-2163-4dfe-8380-dffe9bae854a" providerId="ADAL" clId="{517DB387-D46D-4360-A89D-0AB2A58C50C0}" dt="2026-09-08T19:09:01.184" v="106"/>
        <pc:sldMkLst>
          <pc:docMk/>
          <pc:sldMk cId="3343157203" sldId="274"/>
        </pc:sldMkLst>
        <pc:spChg chg="mod">
          <ac:chgData name="Boerger, Andrew" userId="0c0bc9a9-2163-4dfe-8380-dffe9bae854a" providerId="ADAL" clId="{517DB387-D46D-4360-A89D-0AB2A58C50C0}" dt="2026-09-08T18:19:45.672" v="6" actId="27636"/>
          <ac:spMkLst>
            <pc:docMk/>
            <pc:sldMk cId="3343157203" sldId="274"/>
            <ac:spMk id="7" creationId="{C426275A-6120-4A60-960F-EDFEA0556A63}"/>
          </ac:spMkLst>
        </pc:spChg>
      </pc:sldChg>
      <pc:sldChg chg="del">
        <pc:chgData name="Boerger, Andrew" userId="0c0bc9a9-2163-4dfe-8380-dffe9bae854a" providerId="ADAL" clId="{517DB387-D46D-4360-A89D-0AB2A58C50C0}" dt="2026-09-08T19:09:35.838" v="109"/>
        <pc:sldMkLst>
          <pc:docMk/>
          <pc:sldMk cId="1281551574" sldId="275"/>
        </pc:sldMkLst>
      </pc:sldChg>
      <pc:sldChg chg="modSp del mod">
        <pc:chgData name="Boerger, Andrew" userId="0c0bc9a9-2163-4dfe-8380-dffe9bae854a" providerId="ADAL" clId="{517DB387-D46D-4360-A89D-0AB2A58C50C0}" dt="2026-09-08T19:09:54.983" v="112"/>
        <pc:sldMkLst>
          <pc:docMk/>
          <pc:sldMk cId="922738249" sldId="276"/>
        </pc:sldMkLst>
        <pc:spChg chg="mod">
          <ac:chgData name="Boerger, Andrew" userId="0c0bc9a9-2163-4dfe-8380-dffe9bae854a" providerId="ADAL" clId="{517DB387-D46D-4360-A89D-0AB2A58C50C0}" dt="2026-09-08T18:19:45.679" v="7" actId="27636"/>
          <ac:spMkLst>
            <pc:docMk/>
            <pc:sldMk cId="922738249" sldId="276"/>
            <ac:spMk id="9" creationId="{69167C31-1622-4F40-9C4C-1FB25C9C110D}"/>
          </ac:spMkLst>
        </pc:spChg>
        <pc:spChg chg="mod">
          <ac:chgData name="Boerger, Andrew" userId="0c0bc9a9-2163-4dfe-8380-dffe9bae854a" providerId="ADAL" clId="{517DB387-D46D-4360-A89D-0AB2A58C50C0}" dt="2026-09-08T18:19:45.683" v="9" actId="27636"/>
          <ac:spMkLst>
            <pc:docMk/>
            <pc:sldMk cId="922738249" sldId="276"/>
            <ac:spMk id="10" creationId="{8D6EF8D4-6301-4F0A-9857-CAD8071EAC6E}"/>
          </ac:spMkLst>
        </pc:spChg>
        <pc:spChg chg="mod">
          <ac:chgData name="Boerger, Andrew" userId="0c0bc9a9-2163-4dfe-8380-dffe9bae854a" providerId="ADAL" clId="{517DB387-D46D-4360-A89D-0AB2A58C50C0}" dt="2026-09-08T18:19:45.682" v="8" actId="27636"/>
          <ac:spMkLst>
            <pc:docMk/>
            <pc:sldMk cId="922738249" sldId="276"/>
            <ac:spMk id="13" creationId="{CBDAAE06-19EE-409D-9092-413150E84C53}"/>
          </ac:spMkLst>
        </pc:spChg>
        <pc:spChg chg="mod">
          <ac:chgData name="Boerger, Andrew" userId="0c0bc9a9-2163-4dfe-8380-dffe9bae854a" providerId="ADAL" clId="{517DB387-D46D-4360-A89D-0AB2A58C50C0}" dt="2026-09-08T18:19:45.685" v="10" actId="27636"/>
          <ac:spMkLst>
            <pc:docMk/>
            <pc:sldMk cId="922738249" sldId="276"/>
            <ac:spMk id="18" creationId="{280E74C6-90C0-46B1-AE43-7B92B45A2502}"/>
          </ac:spMkLst>
        </pc:spChg>
      </pc:sldChg>
      <pc:sldChg chg="modSp del mod">
        <pc:chgData name="Boerger, Andrew" userId="0c0bc9a9-2163-4dfe-8380-dffe9bae854a" providerId="ADAL" clId="{517DB387-D46D-4360-A89D-0AB2A58C50C0}" dt="2026-09-08T19:10:15.139" v="121"/>
        <pc:sldMkLst>
          <pc:docMk/>
          <pc:sldMk cId="922738249" sldId="277"/>
        </pc:sldMkLst>
        <pc:spChg chg="mod">
          <ac:chgData name="Boerger, Andrew" userId="0c0bc9a9-2163-4dfe-8380-dffe9bae854a" providerId="ADAL" clId="{517DB387-D46D-4360-A89D-0AB2A58C50C0}" dt="2026-09-08T18:19:45.691" v="12" actId="27636"/>
          <ac:spMkLst>
            <pc:docMk/>
            <pc:sldMk cId="922738249" sldId="277"/>
            <ac:spMk id="9" creationId="{69167C31-1622-4F40-9C4C-1FB25C9C110D}"/>
          </ac:spMkLst>
        </pc:spChg>
        <pc:spChg chg="mod">
          <ac:chgData name="Boerger, Andrew" userId="0c0bc9a9-2163-4dfe-8380-dffe9bae854a" providerId="ADAL" clId="{517DB387-D46D-4360-A89D-0AB2A58C50C0}" dt="2026-09-08T18:19:45.689" v="11" actId="27636"/>
          <ac:spMkLst>
            <pc:docMk/>
            <pc:sldMk cId="922738249" sldId="277"/>
            <ac:spMk id="13" creationId="{CBDAAE06-19EE-409D-9092-413150E84C53}"/>
          </ac:spMkLst>
        </pc:spChg>
      </pc:sldChg>
      <pc:sldChg chg="add del">
        <pc:chgData name="Boerger, Andrew" userId="0c0bc9a9-2163-4dfe-8380-dffe9bae854a" providerId="ADAL" clId="{517DB387-D46D-4360-A89D-0AB2A58C50C0}" dt="2026-09-08T18:58:30.082" v="55"/>
        <pc:sldMkLst>
          <pc:docMk/>
          <pc:sldMk cId="4231249892" sldId="278"/>
        </pc:sldMkLst>
      </pc:sldChg>
      <pc:sldChg chg="add del ord">
        <pc:chgData name="Boerger, Andrew" userId="0c0bc9a9-2163-4dfe-8380-dffe9bae854a" providerId="ADAL" clId="{517DB387-D46D-4360-A89D-0AB2A58C50C0}" dt="2026-09-08T19:06:49.033" v="96"/>
        <pc:sldMkLst>
          <pc:docMk/>
          <pc:sldMk cId="3647150540" sldId="279"/>
        </pc:sldMkLst>
      </pc:sldChg>
      <pc:sldChg chg="modSp add del mod">
        <pc:chgData name="Boerger, Andrew" userId="0c0bc9a9-2163-4dfe-8380-dffe9bae854a" providerId="ADAL" clId="{517DB387-D46D-4360-A89D-0AB2A58C50C0}" dt="2026-09-08T19:11:26.955" v="135"/>
        <pc:sldMkLst>
          <pc:docMk/>
          <pc:sldMk cId="3151657347" sldId="280"/>
        </pc:sldMkLst>
        <pc:spChg chg="mod">
          <ac:chgData name="Boerger, Andrew" userId="0c0bc9a9-2163-4dfe-8380-dffe9bae854a" providerId="ADAL" clId="{517DB387-D46D-4360-A89D-0AB2A58C50C0}" dt="2026-09-08T18:52:39.288" v="23" actId="27636"/>
          <ac:spMkLst>
            <pc:docMk/>
            <pc:sldMk cId="3151657347" sldId="280"/>
            <ac:spMk id="13" creationId="{449F7921-3772-DAF8-CB0A-17FCA37E8CD4}"/>
          </ac:spMkLst>
        </pc:spChg>
      </pc:sldChg>
      <pc:sldChg chg="modSp add del mod">
        <pc:chgData name="Boerger, Andrew" userId="0c0bc9a9-2163-4dfe-8380-dffe9bae854a" providerId="ADAL" clId="{517DB387-D46D-4360-A89D-0AB2A58C50C0}" dt="2026-09-08T19:14:52.636" v="148"/>
        <pc:sldMkLst>
          <pc:docMk/>
          <pc:sldMk cId="3683333797" sldId="281"/>
        </pc:sldMkLst>
        <pc:spChg chg="mod">
          <ac:chgData name="Boerger, Andrew" userId="0c0bc9a9-2163-4dfe-8380-dffe9bae854a" providerId="ADAL" clId="{517DB387-D46D-4360-A89D-0AB2A58C50C0}" dt="2026-09-08T18:53:06.584" v="26" actId="27636"/>
          <ac:spMkLst>
            <pc:docMk/>
            <pc:sldMk cId="3683333797" sldId="281"/>
            <ac:spMk id="101" creationId="{00000000-0000-0000-0000-000000000000}"/>
          </ac:spMkLst>
        </pc:spChg>
        <pc:spChg chg="mod">
          <ac:chgData name="Boerger, Andrew" userId="0c0bc9a9-2163-4dfe-8380-dffe9bae854a" providerId="ADAL" clId="{517DB387-D46D-4360-A89D-0AB2A58C50C0}" dt="2026-09-08T18:53:06.607" v="28" actId="27636"/>
          <ac:spMkLst>
            <pc:docMk/>
            <pc:sldMk cId="3683333797" sldId="281"/>
            <ac:spMk id="104" creationId="{00000000-0000-0000-0000-000000000000}"/>
          </ac:spMkLst>
        </pc:spChg>
        <pc:spChg chg="mod">
          <ac:chgData name="Boerger, Andrew" userId="0c0bc9a9-2163-4dfe-8380-dffe9bae854a" providerId="ADAL" clId="{517DB387-D46D-4360-A89D-0AB2A58C50C0}" dt="2026-09-08T18:53:06.597" v="27" actId="27636"/>
          <ac:spMkLst>
            <pc:docMk/>
            <pc:sldMk cId="3683333797" sldId="281"/>
            <ac:spMk id="107" creationId="{00000000-0000-0000-0000-000000000000}"/>
          </ac:spMkLst>
        </pc:spChg>
      </pc:sldChg>
      <pc:sldChg chg="modSp add del mod">
        <pc:chgData name="Boerger, Andrew" userId="0c0bc9a9-2163-4dfe-8380-dffe9bae854a" providerId="ADAL" clId="{517DB387-D46D-4360-A89D-0AB2A58C50C0}" dt="2026-09-08T18:54:18.343" v="36"/>
        <pc:sldMkLst>
          <pc:docMk/>
          <pc:sldMk cId="2557815746" sldId="282"/>
        </pc:sldMkLst>
        <pc:spChg chg="mod">
          <ac:chgData name="Boerger, Andrew" userId="0c0bc9a9-2163-4dfe-8380-dffe9bae854a" providerId="ADAL" clId="{517DB387-D46D-4360-A89D-0AB2A58C50C0}" dt="2026-09-08T18:53:45.595" v="33" actId="27636"/>
          <ac:spMkLst>
            <pc:docMk/>
            <pc:sldMk cId="2557815746" sldId="282"/>
            <ac:spMk id="3" creationId="{454A5393-1907-4275-B9E9-C410BF0DBCDF}"/>
          </ac:spMkLst>
        </pc:spChg>
        <pc:spChg chg="mod">
          <ac:chgData name="Boerger, Andrew" userId="0c0bc9a9-2163-4dfe-8380-dffe9bae854a" providerId="ADAL" clId="{517DB387-D46D-4360-A89D-0AB2A58C50C0}" dt="2026-09-08T18:53:45.593" v="32" actId="27636"/>
          <ac:spMkLst>
            <pc:docMk/>
            <pc:sldMk cId="2557815746" sldId="282"/>
            <ac:spMk id="100" creationId="{00000000-0000-0000-0000-000000000000}"/>
          </ac:spMkLst>
        </pc:spChg>
        <pc:spChg chg="mod">
          <ac:chgData name="Boerger, Andrew" userId="0c0bc9a9-2163-4dfe-8380-dffe9bae854a" providerId="ADAL" clId="{517DB387-D46D-4360-A89D-0AB2A58C50C0}" dt="2026-09-08T18:53:45.590" v="31" actId="27636"/>
          <ac:spMkLst>
            <pc:docMk/>
            <pc:sldMk cId="2557815746" sldId="282"/>
            <ac:spMk id="131" creationId="{00000000-0000-0000-0000-000000000000}"/>
          </ac:spMkLst>
        </pc:spChg>
        <pc:spChg chg="mod">
          <ac:chgData name="Boerger, Andrew" userId="0c0bc9a9-2163-4dfe-8380-dffe9bae854a" providerId="ADAL" clId="{517DB387-D46D-4360-A89D-0AB2A58C50C0}" dt="2026-09-08T18:53:45.596" v="34" actId="27636"/>
          <ac:spMkLst>
            <pc:docMk/>
            <pc:sldMk cId="2557815746" sldId="282"/>
            <ac:spMk id="151" creationId="{00000000-0000-0000-0000-000000000000}"/>
          </ac:spMkLst>
        </pc:spChg>
      </pc:sldChg>
      <pc:sldChg chg="modSp add del mod">
        <pc:chgData name="Boerger, Andrew" userId="0c0bc9a9-2163-4dfe-8380-dffe9bae854a" providerId="ADAL" clId="{517DB387-D46D-4360-A89D-0AB2A58C50C0}" dt="2026-09-08T19:12:00.338" v="142"/>
        <pc:sldMkLst>
          <pc:docMk/>
          <pc:sldMk cId="3765279070" sldId="283"/>
        </pc:sldMkLst>
        <pc:spChg chg="mod">
          <ac:chgData name="Boerger, Andrew" userId="0c0bc9a9-2163-4dfe-8380-dffe9bae854a" providerId="ADAL" clId="{517DB387-D46D-4360-A89D-0AB2A58C50C0}" dt="2026-09-08T18:54:18.378" v="37" actId="27636"/>
          <ac:spMkLst>
            <pc:docMk/>
            <pc:sldMk cId="3765279070" sldId="283"/>
            <ac:spMk id="100" creationId="{00000000-0000-0000-0000-000000000000}"/>
          </ac:spMkLst>
        </pc:spChg>
        <pc:spChg chg="mod">
          <ac:chgData name="Boerger, Andrew" userId="0c0bc9a9-2163-4dfe-8380-dffe9bae854a" providerId="ADAL" clId="{517DB387-D46D-4360-A89D-0AB2A58C50C0}" dt="2026-09-08T18:54:18.383" v="38" actId="27636"/>
          <ac:spMkLst>
            <pc:docMk/>
            <pc:sldMk cId="3765279070" sldId="283"/>
            <ac:spMk id="113" creationId="{00000000-0000-0000-0000-000000000000}"/>
          </ac:spMkLst>
        </pc:spChg>
      </pc:sldChg>
      <pc:sldChg chg="modSp add del mod">
        <pc:chgData name="Boerger, Andrew" userId="0c0bc9a9-2163-4dfe-8380-dffe9bae854a" providerId="ADAL" clId="{517DB387-D46D-4360-A89D-0AB2A58C50C0}" dt="2026-09-08T18:55:40.820" v="44"/>
        <pc:sldMkLst>
          <pc:docMk/>
          <pc:sldMk cId="3055174819" sldId="284"/>
        </pc:sldMkLst>
        <pc:spChg chg="mod">
          <ac:chgData name="Boerger, Andrew" userId="0c0bc9a9-2163-4dfe-8380-dffe9bae854a" providerId="ADAL" clId="{517DB387-D46D-4360-A89D-0AB2A58C50C0}" dt="2026-09-08T18:55:04.963" v="42" actId="27636"/>
          <ac:spMkLst>
            <pc:docMk/>
            <pc:sldMk cId="3055174819" sldId="284"/>
            <ac:spMk id="101" creationId="{00000000-0000-0000-0000-000000000000}"/>
          </ac:spMkLst>
        </pc:spChg>
        <pc:spChg chg="mod">
          <ac:chgData name="Boerger, Andrew" userId="0c0bc9a9-2163-4dfe-8380-dffe9bae854a" providerId="ADAL" clId="{517DB387-D46D-4360-A89D-0AB2A58C50C0}" dt="2026-09-08T18:55:04.933" v="41" actId="27636"/>
          <ac:spMkLst>
            <pc:docMk/>
            <pc:sldMk cId="3055174819" sldId="284"/>
            <ac:spMk id="111" creationId="{00000000-0000-0000-0000-000000000000}"/>
          </ac:spMkLst>
        </pc:spChg>
      </pc:sldChg>
      <pc:sldChg chg="modSp add del mod">
        <pc:chgData name="Boerger, Andrew" userId="0c0bc9a9-2163-4dfe-8380-dffe9bae854a" providerId="ADAL" clId="{517DB387-D46D-4360-A89D-0AB2A58C50C0}" dt="2026-09-08T19:15:07.081" v="154"/>
        <pc:sldMkLst>
          <pc:docMk/>
          <pc:sldMk cId="4235657228" sldId="285"/>
        </pc:sldMkLst>
        <pc:spChg chg="mod">
          <ac:chgData name="Boerger, Andrew" userId="0c0bc9a9-2163-4dfe-8380-dffe9bae854a" providerId="ADAL" clId="{517DB387-D46D-4360-A89D-0AB2A58C50C0}" dt="2026-09-08T18:55:40.915" v="45" actId="27636"/>
          <ac:spMkLst>
            <pc:docMk/>
            <pc:sldMk cId="4235657228" sldId="285"/>
            <ac:spMk id="101" creationId="{00000000-0000-0000-0000-000000000000}"/>
          </ac:spMkLst>
        </pc:spChg>
        <pc:spChg chg="mod">
          <ac:chgData name="Boerger, Andrew" userId="0c0bc9a9-2163-4dfe-8380-dffe9bae854a" providerId="ADAL" clId="{517DB387-D46D-4360-A89D-0AB2A58C50C0}" dt="2026-09-08T18:55:40.926" v="46" actId="27636"/>
          <ac:spMkLst>
            <pc:docMk/>
            <pc:sldMk cId="4235657228" sldId="285"/>
            <ac:spMk id="111" creationId="{00000000-0000-0000-0000-000000000000}"/>
          </ac:spMkLst>
        </pc:spChg>
      </pc:sldChg>
      <pc:sldChg chg="modSp add del mod">
        <pc:chgData name="Boerger, Andrew" userId="0c0bc9a9-2163-4dfe-8380-dffe9bae854a" providerId="ADAL" clId="{517DB387-D46D-4360-A89D-0AB2A58C50C0}" dt="2026-09-08T18:57:02.469" v="51"/>
        <pc:sldMkLst>
          <pc:docMk/>
          <pc:sldMk cId="1876020355" sldId="286"/>
        </pc:sldMkLst>
        <pc:spChg chg="mod">
          <ac:chgData name="Boerger, Andrew" userId="0c0bc9a9-2163-4dfe-8380-dffe9bae854a" providerId="ADAL" clId="{517DB387-D46D-4360-A89D-0AB2A58C50C0}" dt="2026-09-08T18:56:15.093" v="49" actId="27636"/>
          <ac:spMkLst>
            <pc:docMk/>
            <pc:sldMk cId="1876020355" sldId="286"/>
            <ac:spMk id="3" creationId="{BCCFDF1D-25C9-4CBE-B374-B2E6938EB573}"/>
          </ac:spMkLst>
        </pc:spChg>
      </pc:sldChg>
      <pc:sldChg chg="add del">
        <pc:chgData name="Boerger, Andrew" userId="0c0bc9a9-2163-4dfe-8380-dffe9bae854a" providerId="ADAL" clId="{517DB387-D46D-4360-A89D-0AB2A58C50C0}" dt="2026-09-08T19:15:13.911" v="156"/>
        <pc:sldMkLst>
          <pc:docMk/>
          <pc:sldMk cId="3533749252" sldId="287"/>
        </pc:sldMkLst>
      </pc:sldChg>
      <pc:sldChg chg="add del">
        <pc:chgData name="Boerger, Andrew" userId="0c0bc9a9-2163-4dfe-8380-dffe9bae854a" providerId="ADAL" clId="{517DB387-D46D-4360-A89D-0AB2A58C50C0}" dt="2026-09-08T19:11:39.879" v="138"/>
        <pc:sldMkLst>
          <pc:docMk/>
          <pc:sldMk cId="1440617740" sldId="288"/>
        </pc:sldMkLst>
      </pc:sldChg>
      <pc:sldChg chg="modSp add del mod">
        <pc:chgData name="Boerger, Andrew" userId="0c0bc9a9-2163-4dfe-8380-dffe9bae854a" providerId="ADAL" clId="{517DB387-D46D-4360-A89D-0AB2A58C50C0}" dt="2026-09-08T18:59:11.304" v="59"/>
        <pc:sldMkLst>
          <pc:docMk/>
          <pc:sldMk cId="3402679571" sldId="289"/>
        </pc:sldMkLst>
        <pc:spChg chg="mod">
          <ac:chgData name="Boerger, Andrew" userId="0c0bc9a9-2163-4dfe-8380-dffe9bae854a" providerId="ADAL" clId="{517DB387-D46D-4360-A89D-0AB2A58C50C0}" dt="2026-09-08T18:58:30.116" v="56" actId="27636"/>
          <ac:spMkLst>
            <pc:docMk/>
            <pc:sldMk cId="3402679571" sldId="289"/>
            <ac:spMk id="115" creationId="{00000000-0000-0000-0000-000000000000}"/>
          </ac:spMkLst>
        </pc:spChg>
        <pc:spChg chg="mod">
          <ac:chgData name="Boerger, Andrew" userId="0c0bc9a9-2163-4dfe-8380-dffe9bae854a" providerId="ADAL" clId="{517DB387-D46D-4360-A89D-0AB2A58C50C0}" dt="2026-09-08T18:58:30.122" v="57" actId="27636"/>
          <ac:spMkLst>
            <pc:docMk/>
            <pc:sldMk cId="3402679571" sldId="289"/>
            <ac:spMk id="141" creationId="{00000000-0000-0000-0000-000000000000}"/>
          </ac:spMkLst>
        </pc:spChg>
      </pc:sldChg>
      <pc:sldChg chg="modSp add del mod">
        <pc:chgData name="Boerger, Andrew" userId="0c0bc9a9-2163-4dfe-8380-dffe9bae854a" providerId="ADAL" clId="{517DB387-D46D-4360-A89D-0AB2A58C50C0}" dt="2026-09-08T19:11:51.530" v="140"/>
        <pc:sldMkLst>
          <pc:docMk/>
          <pc:sldMk cId="3529435421" sldId="290"/>
        </pc:sldMkLst>
        <pc:spChg chg="mod">
          <ac:chgData name="Boerger, Andrew" userId="0c0bc9a9-2163-4dfe-8380-dffe9bae854a" providerId="ADAL" clId="{517DB387-D46D-4360-A89D-0AB2A58C50C0}" dt="2026-09-08T19:10:48.396" v="122"/>
          <ac:spMkLst>
            <pc:docMk/>
            <pc:sldMk cId="3529435421" sldId="290"/>
            <ac:spMk id="26" creationId="{57053F5A-4F41-40B1-B3CE-278E9D4C84A8}"/>
          </ac:spMkLst>
        </pc:spChg>
        <pc:spChg chg="mod">
          <ac:chgData name="Boerger, Andrew" userId="0c0bc9a9-2163-4dfe-8380-dffe9bae854a" providerId="ADAL" clId="{517DB387-D46D-4360-A89D-0AB2A58C50C0}" dt="2026-09-08T18:59:11.330" v="60" actId="27636"/>
          <ac:spMkLst>
            <pc:docMk/>
            <pc:sldMk cId="3529435421" sldId="290"/>
            <ac:spMk id="141" creationId="{00000000-0000-0000-0000-000000000000}"/>
          </ac:spMkLst>
        </pc:spChg>
      </pc:sldChg>
      <pc:sldChg chg="add del">
        <pc:chgData name="Boerger, Andrew" userId="0c0bc9a9-2163-4dfe-8380-dffe9bae854a" providerId="ADAL" clId="{517DB387-D46D-4360-A89D-0AB2A58C50C0}" dt="2026-09-08T19:15:34.791" v="163"/>
        <pc:sldMkLst>
          <pc:docMk/>
          <pc:sldMk cId="1124176911" sldId="291"/>
        </pc:sldMkLst>
      </pc:sldChg>
      <pc:sldChg chg="modSp add del mod">
        <pc:chgData name="Boerger, Andrew" userId="0c0bc9a9-2163-4dfe-8380-dffe9bae854a" providerId="ADAL" clId="{517DB387-D46D-4360-A89D-0AB2A58C50C0}" dt="2026-09-08T19:00:49.553" v="68"/>
        <pc:sldMkLst>
          <pc:docMk/>
          <pc:sldMk cId="2735690142" sldId="292"/>
        </pc:sldMkLst>
        <pc:spChg chg="mod">
          <ac:chgData name="Boerger, Andrew" userId="0c0bc9a9-2163-4dfe-8380-dffe9bae854a" providerId="ADAL" clId="{517DB387-D46D-4360-A89D-0AB2A58C50C0}" dt="2026-09-08T19:00:20.212" v="66" actId="27636"/>
          <ac:spMkLst>
            <pc:docMk/>
            <pc:sldMk cId="2735690142" sldId="292"/>
            <ac:spMk id="111" creationId="{00000000-0000-0000-0000-000000000000}"/>
          </ac:spMkLst>
        </pc:spChg>
        <pc:spChg chg="mod">
          <ac:chgData name="Boerger, Andrew" userId="0c0bc9a9-2163-4dfe-8380-dffe9bae854a" providerId="ADAL" clId="{517DB387-D46D-4360-A89D-0AB2A58C50C0}" dt="2026-09-08T19:00:20.212" v="65" actId="27636"/>
          <ac:spMkLst>
            <pc:docMk/>
            <pc:sldMk cId="2735690142" sldId="292"/>
            <ac:spMk id="114" creationId="{00000000-0000-0000-0000-000000000000}"/>
          </ac:spMkLst>
        </pc:spChg>
      </pc:sldChg>
      <pc:sldChg chg="modSp add del mod">
        <pc:chgData name="Boerger, Andrew" userId="0c0bc9a9-2163-4dfe-8380-dffe9bae854a" providerId="ADAL" clId="{517DB387-D46D-4360-A89D-0AB2A58C50C0}" dt="2026-09-08T19:15:41.910" v="165"/>
        <pc:sldMkLst>
          <pc:docMk/>
          <pc:sldMk cId="1500559390" sldId="293"/>
        </pc:sldMkLst>
        <pc:spChg chg="mod">
          <ac:chgData name="Boerger, Andrew" userId="0c0bc9a9-2163-4dfe-8380-dffe9bae854a" providerId="ADAL" clId="{517DB387-D46D-4360-A89D-0AB2A58C50C0}" dt="2026-09-08T19:10:48.397" v="123"/>
          <ac:spMkLst>
            <pc:docMk/>
            <pc:sldMk cId="1500559390" sldId="293"/>
            <ac:spMk id="28" creationId="{E1A6A13E-D079-4787-BA2C-26179E45E0AB}"/>
          </ac:spMkLst>
        </pc:spChg>
        <pc:spChg chg="mod">
          <ac:chgData name="Boerger, Andrew" userId="0c0bc9a9-2163-4dfe-8380-dffe9bae854a" providerId="ADAL" clId="{517DB387-D46D-4360-A89D-0AB2A58C50C0}" dt="2026-09-08T19:00:49.637" v="69" actId="27636"/>
          <ac:spMkLst>
            <pc:docMk/>
            <pc:sldMk cId="1500559390" sldId="293"/>
            <ac:spMk id="111" creationId="{00000000-0000-0000-0000-000000000000}"/>
          </ac:spMkLst>
        </pc:spChg>
      </pc:sldChg>
      <pc:sldChg chg="modSp add del mod">
        <pc:chgData name="Boerger, Andrew" userId="0c0bc9a9-2163-4dfe-8380-dffe9bae854a" providerId="ADAL" clId="{517DB387-D46D-4360-A89D-0AB2A58C50C0}" dt="2026-09-08T19:01:47.186" v="74"/>
        <pc:sldMkLst>
          <pc:docMk/>
          <pc:sldMk cId="3516606931" sldId="294"/>
        </pc:sldMkLst>
        <pc:spChg chg="mod">
          <ac:chgData name="Boerger, Andrew" userId="0c0bc9a9-2163-4dfe-8380-dffe9bae854a" providerId="ADAL" clId="{517DB387-D46D-4360-A89D-0AB2A58C50C0}" dt="2026-09-08T19:01:27.917" v="72" actId="27636"/>
          <ac:spMkLst>
            <pc:docMk/>
            <pc:sldMk cId="3516606931" sldId="294"/>
            <ac:spMk id="3" creationId="{454A5393-1907-4275-B9E9-C410BF0DBCDF}"/>
          </ac:spMkLst>
        </pc:spChg>
      </pc:sldChg>
      <pc:sldChg chg="modSp add del mod">
        <pc:chgData name="Boerger, Andrew" userId="0c0bc9a9-2163-4dfe-8380-dffe9bae854a" providerId="ADAL" clId="{517DB387-D46D-4360-A89D-0AB2A58C50C0}" dt="2026-09-08T19:15:51.313" v="167"/>
        <pc:sldMkLst>
          <pc:docMk/>
          <pc:sldMk cId="2859442644" sldId="295"/>
        </pc:sldMkLst>
        <pc:spChg chg="mod">
          <ac:chgData name="Boerger, Andrew" userId="0c0bc9a9-2163-4dfe-8380-dffe9bae854a" providerId="ADAL" clId="{517DB387-D46D-4360-A89D-0AB2A58C50C0}" dt="2026-09-08T19:10:48.398" v="124"/>
          <ac:spMkLst>
            <pc:docMk/>
            <pc:sldMk cId="2859442644" sldId="295"/>
            <ac:spMk id="26" creationId="{57053F5A-4F41-40B1-B3CE-278E9D4C84A8}"/>
          </ac:spMkLst>
        </pc:spChg>
        <pc:spChg chg="mod">
          <ac:chgData name="Boerger, Andrew" userId="0c0bc9a9-2163-4dfe-8380-dffe9bae854a" providerId="ADAL" clId="{517DB387-D46D-4360-A89D-0AB2A58C50C0}" dt="2026-09-08T19:01:47.272" v="75" actId="27636"/>
          <ac:spMkLst>
            <pc:docMk/>
            <pc:sldMk cId="2859442644" sldId="295"/>
            <ac:spMk id="101" creationId="{00000000-0000-0000-0000-000000000000}"/>
          </ac:spMkLst>
        </pc:spChg>
      </pc:sldChg>
      <pc:sldChg chg="add del">
        <pc:chgData name="Boerger, Andrew" userId="0c0bc9a9-2163-4dfe-8380-dffe9bae854a" providerId="ADAL" clId="{517DB387-D46D-4360-A89D-0AB2A58C50C0}" dt="2026-09-08T19:16:13.583" v="169"/>
        <pc:sldMkLst>
          <pc:docMk/>
          <pc:sldMk cId="1809604154" sldId="296"/>
        </pc:sldMkLst>
      </pc:sldChg>
      <pc:sldChg chg="modSp add del mod">
        <pc:chgData name="Boerger, Andrew" userId="0c0bc9a9-2163-4dfe-8380-dffe9bae854a" providerId="ADAL" clId="{517DB387-D46D-4360-A89D-0AB2A58C50C0}" dt="2026-09-08T19:12:09.384" v="144"/>
        <pc:sldMkLst>
          <pc:docMk/>
          <pc:sldMk cId="3503900612" sldId="297"/>
        </pc:sldMkLst>
        <pc:spChg chg="mod">
          <ac:chgData name="Boerger, Andrew" userId="0c0bc9a9-2163-4dfe-8380-dffe9bae854a" providerId="ADAL" clId="{517DB387-D46D-4360-A89D-0AB2A58C50C0}" dt="2026-09-08T19:02:50.144" v="80" actId="27636"/>
          <ac:spMkLst>
            <pc:docMk/>
            <pc:sldMk cId="3503900612" sldId="297"/>
            <ac:spMk id="3" creationId="{4EC90D35-304A-4ED8-BF67-87162AFBE388}"/>
          </ac:spMkLst>
        </pc:spChg>
        <pc:spChg chg="mod">
          <ac:chgData name="Boerger, Andrew" userId="0c0bc9a9-2163-4dfe-8380-dffe9bae854a" providerId="ADAL" clId="{517DB387-D46D-4360-A89D-0AB2A58C50C0}" dt="2026-09-08T19:10:48.399" v="125"/>
          <ac:spMkLst>
            <pc:docMk/>
            <pc:sldMk cId="3503900612" sldId="297"/>
            <ac:spMk id="28" creationId="{E1A6A13E-D079-4787-BA2C-26179E45E0AB}"/>
          </ac:spMkLst>
        </pc:spChg>
      </pc:sldChg>
      <pc:sldChg chg="modSp add del mod">
        <pc:chgData name="Boerger, Andrew" userId="0c0bc9a9-2163-4dfe-8380-dffe9bae854a" providerId="ADAL" clId="{517DB387-D46D-4360-A89D-0AB2A58C50C0}" dt="2026-09-08T19:16:26.834" v="173"/>
        <pc:sldMkLst>
          <pc:docMk/>
          <pc:sldMk cId="4239317541" sldId="298"/>
        </pc:sldMkLst>
        <pc:spChg chg="mod">
          <ac:chgData name="Boerger, Andrew" userId="0c0bc9a9-2163-4dfe-8380-dffe9bae854a" providerId="ADAL" clId="{517DB387-D46D-4360-A89D-0AB2A58C50C0}" dt="2026-09-08T19:03:22.825" v="83" actId="27636"/>
          <ac:spMkLst>
            <pc:docMk/>
            <pc:sldMk cId="4239317541" sldId="298"/>
            <ac:spMk id="121" creationId="{00000000-0000-0000-0000-000000000000}"/>
          </ac:spMkLst>
        </pc:spChg>
      </pc:sldChg>
      <pc:sldChg chg="modSp add del mod">
        <pc:chgData name="Boerger, Andrew" userId="0c0bc9a9-2163-4dfe-8380-dffe9bae854a" providerId="ADAL" clId="{517DB387-D46D-4360-A89D-0AB2A58C50C0}" dt="2026-09-08T19:12:18.511" v="146"/>
        <pc:sldMkLst>
          <pc:docMk/>
          <pc:sldMk cId="1555215988" sldId="299"/>
        </pc:sldMkLst>
        <pc:spChg chg="mod">
          <ac:chgData name="Boerger, Andrew" userId="0c0bc9a9-2163-4dfe-8380-dffe9bae854a" providerId="ADAL" clId="{517DB387-D46D-4360-A89D-0AB2A58C50C0}" dt="2026-09-08T19:04:29.969" v="86" actId="27636"/>
          <ac:spMkLst>
            <pc:docMk/>
            <pc:sldMk cId="1555215988" sldId="299"/>
            <ac:spMk id="3" creationId="{2D0BB537-FBE2-412C-AB62-53C34BD675B2}"/>
          </ac:spMkLst>
        </pc:spChg>
        <pc:spChg chg="mod">
          <ac:chgData name="Boerger, Andrew" userId="0c0bc9a9-2163-4dfe-8380-dffe9bae854a" providerId="ADAL" clId="{517DB387-D46D-4360-A89D-0AB2A58C50C0}" dt="2026-09-08T19:10:48.400" v="126"/>
          <ac:spMkLst>
            <pc:docMk/>
            <pc:sldMk cId="1555215988" sldId="299"/>
            <ac:spMk id="37" creationId="{01C5E1DE-2C78-4E29-9A4C-3130ACEC655C}"/>
          </ac:spMkLst>
        </pc:spChg>
      </pc:sldChg>
      <pc:sldChg chg="modSp add del mod">
        <pc:chgData name="Boerger, Andrew" userId="0c0bc9a9-2163-4dfe-8380-dffe9bae854a" providerId="ADAL" clId="{517DB387-D46D-4360-A89D-0AB2A58C50C0}" dt="2026-09-08T19:16:40.628" v="178"/>
        <pc:sldMkLst>
          <pc:docMk/>
          <pc:sldMk cId="4249428647" sldId="300"/>
        </pc:sldMkLst>
        <pc:spChg chg="mod">
          <ac:chgData name="Boerger, Andrew" userId="0c0bc9a9-2163-4dfe-8380-dffe9bae854a" providerId="ADAL" clId="{517DB387-D46D-4360-A89D-0AB2A58C50C0}" dt="2026-09-08T19:10:48.400" v="127"/>
          <ac:spMkLst>
            <pc:docMk/>
            <pc:sldMk cId="4249428647" sldId="300"/>
            <ac:spMk id="25" creationId="{0D167625-4BC5-4EC5-9AFD-330CEA05D3F3}"/>
          </ac:spMkLst>
        </pc:spChg>
        <pc:spChg chg="mod">
          <ac:chgData name="Boerger, Andrew" userId="0c0bc9a9-2163-4dfe-8380-dffe9bae854a" providerId="ADAL" clId="{517DB387-D46D-4360-A89D-0AB2A58C50C0}" dt="2026-09-08T19:05:02.741" v="89" actId="27636"/>
          <ac:spMkLst>
            <pc:docMk/>
            <pc:sldMk cId="4249428647" sldId="300"/>
            <ac:spMk id="111" creationId="{00000000-0000-0000-0000-000000000000}"/>
          </ac:spMkLst>
        </pc:spChg>
      </pc:sldChg>
      <pc:sldChg chg="add del">
        <pc:chgData name="Boerger, Andrew" userId="0c0bc9a9-2163-4dfe-8380-dffe9bae854a" providerId="ADAL" clId="{517DB387-D46D-4360-A89D-0AB2A58C50C0}" dt="2026-09-08T19:16:49.409" v="180"/>
        <pc:sldMkLst>
          <pc:docMk/>
          <pc:sldMk cId="2974949559" sldId="301"/>
        </pc:sldMkLst>
      </pc:sldChg>
      <pc:sldChg chg="modSp add del mod">
        <pc:chgData name="Boerger, Andrew" userId="0c0bc9a9-2163-4dfe-8380-dffe9bae854a" providerId="ADAL" clId="{517DB387-D46D-4360-A89D-0AB2A58C50C0}" dt="2026-09-08T19:16:56.418" v="182"/>
        <pc:sldMkLst>
          <pc:docMk/>
          <pc:sldMk cId="3247826809" sldId="302"/>
        </pc:sldMkLst>
        <pc:spChg chg="mod">
          <ac:chgData name="Boerger, Andrew" userId="0c0bc9a9-2163-4dfe-8380-dffe9bae854a" providerId="ADAL" clId="{517DB387-D46D-4360-A89D-0AB2A58C50C0}" dt="2026-09-08T19:06:14.800" v="94" actId="27636"/>
          <ac:spMkLst>
            <pc:docMk/>
            <pc:sldMk cId="3247826809" sldId="302"/>
            <ac:spMk id="3" creationId="{4EC90D35-304A-4ED8-BF67-87162AFBE388}"/>
          </ac:spMkLst>
        </pc:spChg>
        <pc:spChg chg="mod">
          <ac:chgData name="Boerger, Andrew" userId="0c0bc9a9-2163-4dfe-8380-dffe9bae854a" providerId="ADAL" clId="{517DB387-D46D-4360-A89D-0AB2A58C50C0}" dt="2026-09-08T19:10:48.401" v="128"/>
          <ac:spMkLst>
            <pc:docMk/>
            <pc:sldMk cId="3247826809" sldId="302"/>
            <ac:spMk id="28" creationId="{E1A6A13E-D079-4787-BA2C-26179E45E0AB}"/>
          </ac:spMkLst>
        </pc:spChg>
      </pc:sldChg>
      <pc:sldChg chg="add del">
        <pc:chgData name="Boerger, Andrew" userId="0c0bc9a9-2163-4dfe-8380-dffe9bae854a" providerId="ADAL" clId="{517DB387-D46D-4360-A89D-0AB2A58C50C0}" dt="2026-09-08T19:17:03.236" v="184"/>
        <pc:sldMkLst>
          <pc:docMk/>
          <pc:sldMk cId="2816304660" sldId="303"/>
        </pc:sldMkLst>
      </pc:sldChg>
      <pc:sldChg chg="modSp add del mod">
        <pc:chgData name="Boerger, Andrew" userId="0c0bc9a9-2163-4dfe-8380-dffe9bae854a" providerId="ADAL" clId="{517DB387-D46D-4360-A89D-0AB2A58C50C0}" dt="2026-09-08T19:17:10.063" v="188"/>
        <pc:sldMkLst>
          <pc:docMk/>
          <pc:sldMk cId="3717893060" sldId="304"/>
        </pc:sldMkLst>
        <pc:spChg chg="mod">
          <ac:chgData name="Boerger, Andrew" userId="0c0bc9a9-2163-4dfe-8380-dffe9bae854a" providerId="ADAL" clId="{517DB387-D46D-4360-A89D-0AB2A58C50C0}" dt="2026-09-08T19:07:58.142" v="99" actId="27636"/>
          <ac:spMkLst>
            <pc:docMk/>
            <pc:sldMk cId="3717893060" sldId="304"/>
            <ac:spMk id="3" creationId="{454A5393-1907-4275-B9E9-C410BF0DBCDF}"/>
          </ac:spMkLst>
        </pc:spChg>
        <pc:spChg chg="mod">
          <ac:chgData name="Boerger, Andrew" userId="0c0bc9a9-2163-4dfe-8380-dffe9bae854a" providerId="ADAL" clId="{517DB387-D46D-4360-A89D-0AB2A58C50C0}" dt="2026-09-08T19:10:48.402" v="129"/>
          <ac:spMkLst>
            <pc:docMk/>
            <pc:sldMk cId="3717893060" sldId="304"/>
            <ac:spMk id="26" creationId="{57053F5A-4F41-40B1-B3CE-278E9D4C84A8}"/>
          </ac:spMkLst>
        </pc:spChg>
        <pc:spChg chg="mod">
          <ac:chgData name="Boerger, Andrew" userId="0c0bc9a9-2163-4dfe-8380-dffe9bae854a" providerId="ADAL" clId="{517DB387-D46D-4360-A89D-0AB2A58C50C0}" dt="2026-09-08T19:07:58.150" v="102" actId="27636"/>
          <ac:spMkLst>
            <pc:docMk/>
            <pc:sldMk cId="3717893060" sldId="304"/>
            <ac:spMk id="131" creationId="{00000000-0000-0000-0000-000000000000}"/>
          </ac:spMkLst>
        </pc:spChg>
        <pc:spChg chg="mod">
          <ac:chgData name="Boerger, Andrew" userId="0c0bc9a9-2163-4dfe-8380-dffe9bae854a" providerId="ADAL" clId="{517DB387-D46D-4360-A89D-0AB2A58C50C0}" dt="2026-09-08T19:07:58.148" v="101" actId="27636"/>
          <ac:spMkLst>
            <pc:docMk/>
            <pc:sldMk cId="3717893060" sldId="304"/>
            <ac:spMk id="133" creationId="{00000000-0000-0000-0000-000000000000}"/>
          </ac:spMkLst>
        </pc:spChg>
        <pc:spChg chg="mod">
          <ac:chgData name="Boerger, Andrew" userId="0c0bc9a9-2163-4dfe-8380-dffe9bae854a" providerId="ADAL" clId="{517DB387-D46D-4360-A89D-0AB2A58C50C0}" dt="2026-09-08T19:07:58.146" v="100" actId="27636"/>
          <ac:spMkLst>
            <pc:docMk/>
            <pc:sldMk cId="3717893060" sldId="304"/>
            <ac:spMk id="135" creationId="{00000000-0000-0000-0000-000000000000}"/>
          </ac:spMkLst>
        </pc:spChg>
      </pc:sldChg>
      <pc:sldChg chg="modSp add del mod">
        <pc:chgData name="Boerger, Andrew" userId="0c0bc9a9-2163-4dfe-8380-dffe9bae854a" providerId="ADAL" clId="{517DB387-D46D-4360-A89D-0AB2A58C50C0}" dt="2026-09-08T19:17:16.773" v="190"/>
        <pc:sldMkLst>
          <pc:docMk/>
          <pc:sldMk cId="2380507898" sldId="305"/>
        </pc:sldMkLst>
        <pc:spChg chg="mod">
          <ac:chgData name="Boerger, Andrew" userId="0c0bc9a9-2163-4dfe-8380-dffe9bae854a" providerId="ADAL" clId="{517DB387-D46D-4360-A89D-0AB2A58C50C0}" dt="2026-09-08T19:10:48.403" v="130"/>
          <ac:spMkLst>
            <pc:docMk/>
            <pc:sldMk cId="2380507898" sldId="305"/>
            <ac:spMk id="25" creationId="{0D167625-4BC5-4EC5-9AFD-330CEA05D3F3}"/>
          </ac:spMkLst>
        </pc:spChg>
      </pc:sldChg>
      <pc:sldChg chg="modSp add del mod">
        <pc:chgData name="Boerger, Andrew" userId="0c0bc9a9-2163-4dfe-8380-dffe9bae854a" providerId="ADAL" clId="{517DB387-D46D-4360-A89D-0AB2A58C50C0}" dt="2026-09-08T19:17:25.219" v="194"/>
        <pc:sldMkLst>
          <pc:docMk/>
          <pc:sldMk cId="4243166612" sldId="306"/>
        </pc:sldMkLst>
        <pc:spChg chg="mod">
          <ac:chgData name="Boerger, Andrew" userId="0c0bc9a9-2163-4dfe-8380-dffe9bae854a" providerId="ADAL" clId="{517DB387-D46D-4360-A89D-0AB2A58C50C0}" dt="2026-09-08T19:09:01.220" v="107" actId="27636"/>
          <ac:spMkLst>
            <pc:docMk/>
            <pc:sldMk cId="4243166612" sldId="306"/>
            <ac:spMk id="7" creationId="{C426275A-6120-4A60-960F-EDFEA0556A63}"/>
          </ac:spMkLst>
        </pc:spChg>
      </pc:sldChg>
      <pc:sldChg chg="modSp add del mod">
        <pc:chgData name="Boerger, Andrew" userId="0c0bc9a9-2163-4dfe-8380-dffe9bae854a" providerId="ADAL" clId="{517DB387-D46D-4360-A89D-0AB2A58C50C0}" dt="2026-09-08T19:17:32.675" v="196"/>
        <pc:sldMkLst>
          <pc:docMk/>
          <pc:sldMk cId="1249994246" sldId="307"/>
        </pc:sldMkLst>
        <pc:spChg chg="mod">
          <ac:chgData name="Boerger, Andrew" userId="0c0bc9a9-2163-4dfe-8380-dffe9bae854a" providerId="ADAL" clId="{517DB387-D46D-4360-A89D-0AB2A58C50C0}" dt="2026-09-08T19:09:35.882" v="110" actId="27636"/>
          <ac:spMkLst>
            <pc:docMk/>
            <pc:sldMk cId="1249994246" sldId="307"/>
            <ac:spMk id="3" creationId="{4EC90D35-304A-4ED8-BF67-87162AFBE388}"/>
          </ac:spMkLst>
        </pc:spChg>
        <pc:spChg chg="mod">
          <ac:chgData name="Boerger, Andrew" userId="0c0bc9a9-2163-4dfe-8380-dffe9bae854a" providerId="ADAL" clId="{517DB387-D46D-4360-A89D-0AB2A58C50C0}" dt="2026-09-08T19:10:48.404" v="131"/>
          <ac:spMkLst>
            <pc:docMk/>
            <pc:sldMk cId="1249994246" sldId="307"/>
            <ac:spMk id="28" creationId="{E1A6A13E-D079-4787-BA2C-26179E45E0AB}"/>
          </ac:spMkLst>
        </pc:spChg>
      </pc:sldChg>
      <pc:sldChg chg="modSp add del mod">
        <pc:chgData name="Boerger, Andrew" userId="0c0bc9a9-2163-4dfe-8380-dffe9bae854a" providerId="ADAL" clId="{517DB387-D46D-4360-A89D-0AB2A58C50C0}" dt="2026-09-08T19:17:40.524" v="198"/>
        <pc:sldMkLst>
          <pc:docMk/>
          <pc:sldMk cId="3071604990" sldId="308"/>
        </pc:sldMkLst>
        <pc:spChg chg="mod">
          <ac:chgData name="Boerger, Andrew" userId="0c0bc9a9-2163-4dfe-8380-dffe9bae854a" providerId="ADAL" clId="{517DB387-D46D-4360-A89D-0AB2A58C50C0}" dt="2026-09-08T19:09:55.021" v="114" actId="27636"/>
          <ac:spMkLst>
            <pc:docMk/>
            <pc:sldMk cId="3071604990" sldId="308"/>
            <ac:spMk id="3" creationId="{BCCFDF1D-25C9-4CBE-B374-B2E6938EB573}"/>
          </ac:spMkLst>
        </pc:spChg>
        <pc:spChg chg="mod">
          <ac:chgData name="Boerger, Andrew" userId="0c0bc9a9-2163-4dfe-8380-dffe9bae854a" providerId="ADAL" clId="{517DB387-D46D-4360-A89D-0AB2A58C50C0}" dt="2026-09-08T19:10:48.404" v="132"/>
          <ac:spMkLst>
            <pc:docMk/>
            <pc:sldMk cId="3071604990" sldId="308"/>
            <ac:spMk id="25" creationId="{0D167625-4BC5-4EC5-9AFD-330CEA05D3F3}"/>
          </ac:spMkLst>
        </pc:spChg>
        <pc:spChg chg="mod">
          <ac:chgData name="Boerger, Andrew" userId="0c0bc9a9-2163-4dfe-8380-dffe9bae854a" providerId="ADAL" clId="{517DB387-D46D-4360-A89D-0AB2A58C50C0}" dt="2026-09-08T19:09:55.019" v="113" actId="27636"/>
          <ac:spMkLst>
            <pc:docMk/>
            <pc:sldMk cId="3071604990" sldId="308"/>
            <ac:spMk id="101" creationId="{00000000-0000-0000-0000-000000000000}"/>
          </ac:spMkLst>
        </pc:spChg>
        <pc:spChg chg="mod">
          <ac:chgData name="Boerger, Andrew" userId="0c0bc9a9-2163-4dfe-8380-dffe9bae854a" providerId="ADAL" clId="{517DB387-D46D-4360-A89D-0AB2A58C50C0}" dt="2026-09-08T19:09:55.032" v="119" actId="27636"/>
          <ac:spMkLst>
            <pc:docMk/>
            <pc:sldMk cId="3071604990" sldId="308"/>
            <ac:spMk id="105" creationId="{00000000-0000-0000-0000-000000000000}"/>
          </ac:spMkLst>
        </pc:spChg>
        <pc:spChg chg="mod">
          <ac:chgData name="Boerger, Andrew" userId="0c0bc9a9-2163-4dfe-8380-dffe9bae854a" providerId="ADAL" clId="{517DB387-D46D-4360-A89D-0AB2A58C50C0}" dt="2026-09-08T19:09:55.025" v="116" actId="27636"/>
          <ac:spMkLst>
            <pc:docMk/>
            <pc:sldMk cId="3071604990" sldId="308"/>
            <ac:spMk id="109" creationId="{00000000-0000-0000-0000-000000000000}"/>
          </ac:spMkLst>
        </pc:spChg>
        <pc:spChg chg="mod">
          <ac:chgData name="Boerger, Andrew" userId="0c0bc9a9-2163-4dfe-8380-dffe9bae854a" providerId="ADAL" clId="{517DB387-D46D-4360-A89D-0AB2A58C50C0}" dt="2026-09-08T19:09:55.031" v="118" actId="27636"/>
          <ac:spMkLst>
            <pc:docMk/>
            <pc:sldMk cId="3071604990" sldId="308"/>
            <ac:spMk id="113" creationId="{00000000-0000-0000-0000-000000000000}"/>
          </ac:spMkLst>
        </pc:spChg>
        <pc:spChg chg="mod">
          <ac:chgData name="Boerger, Andrew" userId="0c0bc9a9-2163-4dfe-8380-dffe9bae854a" providerId="ADAL" clId="{517DB387-D46D-4360-A89D-0AB2A58C50C0}" dt="2026-09-08T19:09:55.026" v="117" actId="27636"/>
          <ac:spMkLst>
            <pc:docMk/>
            <pc:sldMk cId="3071604990" sldId="308"/>
            <ac:spMk id="117" creationId="{00000000-0000-0000-0000-000000000000}"/>
          </ac:spMkLst>
        </pc:spChg>
        <pc:spChg chg="mod">
          <ac:chgData name="Boerger, Andrew" userId="0c0bc9a9-2163-4dfe-8380-dffe9bae854a" providerId="ADAL" clId="{517DB387-D46D-4360-A89D-0AB2A58C50C0}" dt="2026-09-08T19:09:55.023" v="115" actId="27636"/>
          <ac:spMkLst>
            <pc:docMk/>
            <pc:sldMk cId="3071604990" sldId="308"/>
            <ac:spMk id="121" creationId="{00000000-0000-0000-0000-000000000000}"/>
          </ac:spMkLst>
        </pc:spChg>
      </pc:sldChg>
      <pc:sldChg chg="modSp add del mod">
        <pc:chgData name="Boerger, Andrew" userId="0c0bc9a9-2163-4dfe-8380-dffe9bae854a" providerId="ADAL" clId="{517DB387-D46D-4360-A89D-0AB2A58C50C0}" dt="2026-09-08T19:17:48.020" v="200"/>
        <pc:sldMkLst>
          <pc:docMk/>
          <pc:sldMk cId="2742821189" sldId="309"/>
        </pc:sldMkLst>
        <pc:spChg chg="mod">
          <ac:chgData name="Boerger, Andrew" userId="0c0bc9a9-2163-4dfe-8380-dffe9bae854a" providerId="ADAL" clId="{517DB387-D46D-4360-A89D-0AB2A58C50C0}" dt="2026-09-08T19:10:48.405" v="133"/>
          <ac:spMkLst>
            <pc:docMk/>
            <pc:sldMk cId="2742821189" sldId="309"/>
            <ac:spMk id="25" creationId="{0D167625-4BC5-4EC5-9AFD-330CEA05D3F3}"/>
          </ac:spMkLst>
        </pc:spChg>
      </pc:sldChg>
      <pc:sldChg chg="modSp add del mod">
        <pc:chgData name="Boerger, Andrew" userId="0c0bc9a9-2163-4dfe-8380-dffe9bae854a" providerId="ADAL" clId="{517DB387-D46D-4360-A89D-0AB2A58C50C0}" dt="2026-09-09T16:05:30.822" v="353" actId="47"/>
        <pc:sldMkLst>
          <pc:docMk/>
          <pc:sldMk cId="3684364853" sldId="310"/>
        </pc:sldMkLst>
        <pc:spChg chg="mod">
          <ac:chgData name="Boerger, Andrew" userId="0c0bc9a9-2163-4dfe-8380-dffe9bae854a" providerId="ADAL" clId="{517DB387-D46D-4360-A89D-0AB2A58C50C0}" dt="2026-09-09T13:13:52.947" v="289" actId="20577"/>
          <ac:spMkLst>
            <pc:docMk/>
            <pc:sldMk cId="3684364853" sldId="310"/>
            <ac:spMk id="9" creationId="{FCBE5CFD-AA44-147D-C540-625AA8679015}"/>
          </ac:spMkLst>
        </pc:spChg>
        <pc:spChg chg="mod">
          <ac:chgData name="Boerger, Andrew" userId="0c0bc9a9-2163-4dfe-8380-dffe9bae854a" providerId="ADAL" clId="{517DB387-D46D-4360-A89D-0AB2A58C50C0}" dt="2026-09-09T13:13:57.848" v="314" actId="20577"/>
          <ac:spMkLst>
            <pc:docMk/>
            <pc:sldMk cId="3684364853" sldId="310"/>
            <ac:spMk id="11" creationId="{5E64D667-2173-6C87-52B3-C25550804019}"/>
          </ac:spMkLst>
        </pc:spChg>
        <pc:spChg chg="mod">
          <ac:chgData name="Boerger, Andrew" userId="0c0bc9a9-2163-4dfe-8380-dffe9bae854a" providerId="ADAL" clId="{517DB387-D46D-4360-A89D-0AB2A58C50C0}" dt="2026-09-09T13:14:06.816" v="316" actId="27636"/>
          <ac:spMkLst>
            <pc:docMk/>
            <pc:sldMk cId="3684364853" sldId="310"/>
            <ac:spMk id="13" creationId="{449F7921-3772-DAF8-CB0A-17FCA37E8CD4}"/>
          </ac:spMkLst>
        </pc:spChg>
      </pc:sldChg>
      <pc:sldChg chg="add del">
        <pc:chgData name="Boerger, Andrew" userId="0c0bc9a9-2163-4dfe-8380-dffe9bae854a" providerId="ADAL" clId="{517DB387-D46D-4360-A89D-0AB2A58C50C0}" dt="2026-09-08T19:15:20.891" v="158"/>
        <pc:sldMkLst>
          <pc:docMk/>
          <pc:sldMk cId="663876910" sldId="311"/>
        </pc:sldMkLst>
      </pc:sldChg>
      <pc:sldChg chg="add del">
        <pc:chgData name="Boerger, Andrew" userId="0c0bc9a9-2163-4dfe-8380-dffe9bae854a" providerId="ADAL" clId="{517DB387-D46D-4360-A89D-0AB2A58C50C0}" dt="2026-09-08T19:15:27.960" v="160"/>
        <pc:sldMkLst>
          <pc:docMk/>
          <pc:sldMk cId="2381137493" sldId="312"/>
        </pc:sldMkLst>
      </pc:sldChg>
      <pc:sldChg chg="add del">
        <pc:chgData name="Boerger, Andrew" userId="0c0bc9a9-2163-4dfe-8380-dffe9bae854a" providerId="ADAL" clId="{517DB387-D46D-4360-A89D-0AB2A58C50C0}" dt="2026-09-08T19:14:59.758" v="150"/>
        <pc:sldMkLst>
          <pc:docMk/>
          <pc:sldMk cId="1284038564" sldId="313"/>
        </pc:sldMkLst>
      </pc:sldChg>
      <pc:sldChg chg="add del">
        <pc:chgData name="Boerger, Andrew" userId="0c0bc9a9-2163-4dfe-8380-dffe9bae854a" providerId="ADAL" clId="{517DB387-D46D-4360-A89D-0AB2A58C50C0}" dt="2026-09-08T19:16:20.193" v="171"/>
        <pc:sldMkLst>
          <pc:docMk/>
          <pc:sldMk cId="4240160897" sldId="314"/>
        </pc:sldMkLst>
      </pc:sldChg>
      <pc:sldChg chg="add del">
        <pc:chgData name="Boerger, Andrew" userId="0c0bc9a9-2163-4dfe-8380-dffe9bae854a" providerId="ADAL" clId="{517DB387-D46D-4360-A89D-0AB2A58C50C0}" dt="2026-09-08T19:16:33.263" v="175"/>
        <pc:sldMkLst>
          <pc:docMk/>
          <pc:sldMk cId="4161270262" sldId="315"/>
        </pc:sldMkLst>
      </pc:sldChg>
      <pc:sldChg chg="modSp add mod">
        <pc:chgData name="Boerger, Andrew" userId="0c0bc9a9-2163-4dfe-8380-dffe9bae854a" providerId="ADAL" clId="{517DB387-D46D-4360-A89D-0AB2A58C50C0}" dt="2026-09-08T19:20:54.213" v="207"/>
        <pc:sldMkLst>
          <pc:docMk/>
          <pc:sldMk cId="1017227523" sldId="316"/>
        </pc:sldMkLst>
        <pc:spChg chg="mod">
          <ac:chgData name="Boerger, Andrew" userId="0c0bc9a9-2163-4dfe-8380-dffe9bae854a" providerId="ADAL" clId="{517DB387-D46D-4360-A89D-0AB2A58C50C0}" dt="2026-09-08T19:20:54.211" v="206"/>
          <ac:spMkLst>
            <pc:docMk/>
            <pc:sldMk cId="1017227523" sldId="316"/>
            <ac:spMk id="2" creationId="{EBF2AD33-830A-48C5-90B4-ADC3835E0158}"/>
          </ac:spMkLst>
        </pc:spChg>
        <pc:spChg chg="mod">
          <ac:chgData name="Boerger, Andrew" userId="0c0bc9a9-2163-4dfe-8380-dffe9bae854a" providerId="ADAL" clId="{517DB387-D46D-4360-A89D-0AB2A58C50C0}" dt="2026-09-08T19:20:54.213" v="207"/>
          <ac:spMkLst>
            <pc:docMk/>
            <pc:sldMk cId="1017227523" sldId="316"/>
            <ac:spMk id="3" creationId="{4EC90D35-304A-4ED8-BF67-87162AFBE388}"/>
          </ac:spMkLst>
        </pc:spChg>
      </pc:sldChg>
      <pc:sldChg chg="modSp add mod">
        <pc:chgData name="Boerger, Andrew" userId="0c0bc9a9-2163-4dfe-8380-dffe9bae854a" providerId="ADAL" clId="{517DB387-D46D-4360-A89D-0AB2A58C50C0}" dt="2026-09-08T19:20:54.348" v="240" actId="27636"/>
        <pc:sldMkLst>
          <pc:docMk/>
          <pc:sldMk cId="1923808177" sldId="317"/>
        </pc:sldMkLst>
        <pc:spChg chg="mod">
          <ac:chgData name="Boerger, Andrew" userId="0c0bc9a9-2163-4dfe-8380-dffe9bae854a" providerId="ADAL" clId="{517DB387-D46D-4360-A89D-0AB2A58C50C0}" dt="2026-09-08T19:20:54.216" v="208"/>
          <ac:spMkLst>
            <pc:docMk/>
            <pc:sldMk cId="1923808177" sldId="317"/>
            <ac:spMk id="2" creationId="{78DD8E74-1DB1-4509-B6B8-8F85DE69EC33}"/>
          </ac:spMkLst>
        </pc:spChg>
        <pc:spChg chg="mod">
          <ac:chgData name="Boerger, Andrew" userId="0c0bc9a9-2163-4dfe-8380-dffe9bae854a" providerId="ADAL" clId="{517DB387-D46D-4360-A89D-0AB2A58C50C0}" dt="2026-09-08T19:20:54.348" v="240" actId="27636"/>
          <ac:spMkLst>
            <pc:docMk/>
            <pc:sldMk cId="1923808177" sldId="317"/>
            <ac:spMk id="3" creationId="{454A5393-1907-4275-B9E9-C410BF0DBCDF}"/>
          </ac:spMkLst>
        </pc:spChg>
        <pc:spChg chg="mod">
          <ac:chgData name="Boerger, Andrew" userId="0c0bc9a9-2163-4dfe-8380-dffe9bae854a" providerId="ADAL" clId="{517DB387-D46D-4360-A89D-0AB2A58C50C0}" dt="2026-09-08T19:14:59.822" v="152" actId="27636"/>
          <ac:spMkLst>
            <pc:docMk/>
            <pc:sldMk cId="1923808177" sldId="317"/>
            <ac:spMk id="111" creationId="{00000000-0000-0000-0000-000000000000}"/>
          </ac:spMkLst>
        </pc:spChg>
        <pc:spChg chg="mod">
          <ac:chgData name="Boerger, Andrew" userId="0c0bc9a9-2163-4dfe-8380-dffe9bae854a" providerId="ADAL" clId="{517DB387-D46D-4360-A89D-0AB2A58C50C0}" dt="2026-09-08T19:14:59.804" v="151" actId="27636"/>
          <ac:spMkLst>
            <pc:docMk/>
            <pc:sldMk cId="1923808177" sldId="317"/>
            <ac:spMk id="113" creationId="{00000000-0000-0000-0000-000000000000}"/>
          </ac:spMkLst>
        </pc:spChg>
      </pc:sldChg>
      <pc:sldChg chg="add del">
        <pc:chgData name="Boerger, Andrew" userId="0c0bc9a9-2163-4dfe-8380-dffe9bae854a" providerId="ADAL" clId="{517DB387-D46D-4360-A89D-0AB2A58C50C0}" dt="2026-09-08T19:20:09.185" v="205"/>
        <pc:sldMkLst>
          <pc:docMk/>
          <pc:sldMk cId="706904460" sldId="318"/>
        </pc:sldMkLst>
      </pc:sldChg>
      <pc:sldChg chg="modSp add mod ord">
        <pc:chgData name="Boerger, Andrew" userId="0c0bc9a9-2163-4dfe-8380-dffe9bae854a" providerId="ADAL" clId="{517DB387-D46D-4360-A89D-0AB2A58C50C0}" dt="2026-09-09T16:12:45.669" v="424"/>
        <pc:sldMkLst>
          <pc:docMk/>
          <pc:sldMk cId="3984599950" sldId="319"/>
        </pc:sldMkLst>
        <pc:spChg chg="mod">
          <ac:chgData name="Boerger, Andrew" userId="0c0bc9a9-2163-4dfe-8380-dffe9bae854a" providerId="ADAL" clId="{517DB387-D46D-4360-A89D-0AB2A58C50C0}" dt="2026-09-08T19:20:54.224" v="212"/>
          <ac:spMkLst>
            <pc:docMk/>
            <pc:sldMk cId="3984599950" sldId="319"/>
            <ac:spMk id="2" creationId="{53AA81A4-4B55-4071-8D0D-8E66DAC85BE0}"/>
          </ac:spMkLst>
        </pc:spChg>
        <pc:spChg chg="mod">
          <ac:chgData name="Boerger, Andrew" userId="0c0bc9a9-2163-4dfe-8380-dffe9bae854a" providerId="ADAL" clId="{517DB387-D46D-4360-A89D-0AB2A58C50C0}" dt="2026-09-08T19:20:54.370" v="241" actId="27636"/>
          <ac:spMkLst>
            <pc:docMk/>
            <pc:sldMk cId="3984599950" sldId="319"/>
            <ac:spMk id="3" creationId="{BCCFDF1D-25C9-4CBE-B374-B2E6938EB573}"/>
          </ac:spMkLst>
        </pc:spChg>
        <pc:spChg chg="mod">
          <ac:chgData name="Boerger, Andrew" userId="0c0bc9a9-2163-4dfe-8380-dffe9bae854a" providerId="ADAL" clId="{517DB387-D46D-4360-A89D-0AB2A58C50C0}" dt="2026-09-09T16:12:45.669" v="424"/>
          <ac:spMkLst>
            <pc:docMk/>
            <pc:sldMk cId="3984599950" sldId="319"/>
            <ac:spMk id="25" creationId="{0D167625-4BC5-4EC5-9AFD-330CEA05D3F3}"/>
          </ac:spMkLst>
        </pc:spChg>
      </pc:sldChg>
      <pc:sldChg chg="add del">
        <pc:chgData name="Boerger, Andrew" userId="0c0bc9a9-2163-4dfe-8380-dffe9bae854a" providerId="ADAL" clId="{517DB387-D46D-4360-A89D-0AB2A58C50C0}" dt="2026-09-08T19:18:56.422" v="203"/>
        <pc:sldMkLst>
          <pc:docMk/>
          <pc:sldMk cId="2472371341" sldId="320"/>
        </pc:sldMkLst>
      </pc:sldChg>
      <pc:sldChg chg="modSp add mod">
        <pc:chgData name="Boerger, Andrew" userId="0c0bc9a9-2163-4dfe-8380-dffe9bae854a" providerId="ADAL" clId="{517DB387-D46D-4360-A89D-0AB2A58C50C0}" dt="2026-09-09T16:12:45.670" v="427"/>
        <pc:sldMkLst>
          <pc:docMk/>
          <pc:sldMk cId="1710973808" sldId="321"/>
        </pc:sldMkLst>
        <pc:spChg chg="mod">
          <ac:chgData name="Boerger, Andrew" userId="0c0bc9a9-2163-4dfe-8380-dffe9bae854a" providerId="ADAL" clId="{517DB387-D46D-4360-A89D-0AB2A58C50C0}" dt="2026-09-08T19:20:54.230" v="216"/>
          <ac:spMkLst>
            <pc:docMk/>
            <pc:sldMk cId="1710973808" sldId="321"/>
            <ac:spMk id="2" creationId="{78DD8E74-1DB1-4509-B6B8-8F85DE69EC33}"/>
          </ac:spMkLst>
        </pc:spChg>
        <pc:spChg chg="mod">
          <ac:chgData name="Boerger, Andrew" userId="0c0bc9a9-2163-4dfe-8380-dffe9bae854a" providerId="ADAL" clId="{517DB387-D46D-4360-A89D-0AB2A58C50C0}" dt="2026-09-08T19:20:54.232" v="217"/>
          <ac:spMkLst>
            <pc:docMk/>
            <pc:sldMk cId="1710973808" sldId="321"/>
            <ac:spMk id="3" creationId="{454A5393-1907-4275-B9E9-C410BF0DBCDF}"/>
          </ac:spMkLst>
        </pc:spChg>
        <pc:spChg chg="mod">
          <ac:chgData name="Boerger, Andrew" userId="0c0bc9a9-2163-4dfe-8380-dffe9bae854a" providerId="ADAL" clId="{517DB387-D46D-4360-A89D-0AB2A58C50C0}" dt="2026-09-09T16:12:45.670" v="427"/>
          <ac:spMkLst>
            <pc:docMk/>
            <pc:sldMk cId="1710973808" sldId="321"/>
            <ac:spMk id="26" creationId="{57053F5A-4F41-40B1-B3CE-278E9D4C84A8}"/>
          </ac:spMkLst>
        </pc:spChg>
        <pc:spChg chg="mod">
          <ac:chgData name="Boerger, Andrew" userId="0c0bc9a9-2163-4dfe-8380-dffe9bae854a" providerId="ADAL" clId="{517DB387-D46D-4360-A89D-0AB2A58C50C0}" dt="2026-09-08T19:15:28.071" v="161" actId="27636"/>
          <ac:spMkLst>
            <pc:docMk/>
            <pc:sldMk cId="1710973808" sldId="321"/>
            <ac:spMk id="101" creationId="{00000000-0000-0000-0000-000000000000}"/>
          </ac:spMkLst>
        </pc:spChg>
      </pc:sldChg>
      <pc:sldChg chg="add del">
        <pc:chgData name="Boerger, Andrew" userId="0c0bc9a9-2163-4dfe-8380-dffe9bae854a" providerId="ADAL" clId="{517DB387-D46D-4360-A89D-0AB2A58C50C0}" dt="2026-09-08T19:22:12.971" v="250"/>
        <pc:sldMkLst>
          <pc:docMk/>
          <pc:sldMk cId="2594978693" sldId="322"/>
        </pc:sldMkLst>
      </pc:sldChg>
      <pc:sldChg chg="modSp add del mod">
        <pc:chgData name="Boerger, Andrew" userId="0c0bc9a9-2163-4dfe-8380-dffe9bae854a" providerId="ADAL" clId="{517DB387-D46D-4360-A89D-0AB2A58C50C0}" dt="2026-09-08T19:23:00.841" v="252"/>
        <pc:sldMkLst>
          <pc:docMk/>
          <pc:sldMk cId="1994550218" sldId="323"/>
        </pc:sldMkLst>
        <pc:spChg chg="mod">
          <ac:chgData name="Boerger, Andrew" userId="0c0bc9a9-2163-4dfe-8380-dffe9bae854a" providerId="ADAL" clId="{517DB387-D46D-4360-A89D-0AB2A58C50C0}" dt="2026-09-08T19:20:54.234" v="218"/>
          <ac:spMkLst>
            <pc:docMk/>
            <pc:sldMk cId="1994550218" sldId="323"/>
            <ac:spMk id="2" creationId="{EBF2AD33-830A-48C5-90B4-ADC3835E0158}"/>
          </ac:spMkLst>
        </pc:spChg>
        <pc:spChg chg="mod">
          <ac:chgData name="Boerger, Andrew" userId="0c0bc9a9-2163-4dfe-8380-dffe9bae854a" providerId="ADAL" clId="{517DB387-D46D-4360-A89D-0AB2A58C50C0}" dt="2026-09-08T19:20:54.236" v="219"/>
          <ac:spMkLst>
            <pc:docMk/>
            <pc:sldMk cId="1994550218" sldId="323"/>
            <ac:spMk id="3" creationId="{4EC90D35-304A-4ED8-BF67-87162AFBE388}"/>
          </ac:spMkLst>
        </pc:spChg>
      </pc:sldChg>
      <pc:sldChg chg="modSp add del mod">
        <pc:chgData name="Boerger, Andrew" userId="0c0bc9a9-2163-4dfe-8380-dffe9bae854a" providerId="ADAL" clId="{517DB387-D46D-4360-A89D-0AB2A58C50C0}" dt="2026-09-08T19:23:23.837" v="258"/>
        <pc:sldMkLst>
          <pc:docMk/>
          <pc:sldMk cId="4294177756" sldId="324"/>
        </pc:sldMkLst>
        <pc:spChg chg="mod">
          <ac:chgData name="Boerger, Andrew" userId="0c0bc9a9-2163-4dfe-8380-dffe9bae854a" providerId="ADAL" clId="{517DB387-D46D-4360-A89D-0AB2A58C50C0}" dt="2026-09-08T19:20:54.238" v="220"/>
          <ac:spMkLst>
            <pc:docMk/>
            <pc:sldMk cId="4294177756" sldId="324"/>
            <ac:spMk id="2" creationId="{78DD8E74-1DB1-4509-B6B8-8F85DE69EC33}"/>
          </ac:spMkLst>
        </pc:spChg>
        <pc:spChg chg="mod">
          <ac:chgData name="Boerger, Andrew" userId="0c0bc9a9-2163-4dfe-8380-dffe9bae854a" providerId="ADAL" clId="{517DB387-D46D-4360-A89D-0AB2A58C50C0}" dt="2026-09-08T19:20:54.387" v="242" actId="27636"/>
          <ac:spMkLst>
            <pc:docMk/>
            <pc:sldMk cId="4294177756" sldId="324"/>
            <ac:spMk id="3" creationId="{454A5393-1907-4275-B9E9-C410BF0DBCDF}"/>
          </ac:spMkLst>
        </pc:spChg>
      </pc:sldChg>
      <pc:sldChg chg="add">
        <pc:chgData name="Boerger, Andrew" userId="0c0bc9a9-2163-4dfe-8380-dffe9bae854a" providerId="ADAL" clId="{517DB387-D46D-4360-A89D-0AB2A58C50C0}" dt="2026-09-08T19:16:13.556" v="168"/>
        <pc:sldMkLst>
          <pc:docMk/>
          <pc:sldMk cId="4237632561" sldId="325"/>
        </pc:sldMkLst>
      </pc:sldChg>
      <pc:sldChg chg="modSp add mod">
        <pc:chgData name="Boerger, Andrew" userId="0c0bc9a9-2163-4dfe-8380-dffe9bae854a" providerId="ADAL" clId="{517DB387-D46D-4360-A89D-0AB2A58C50C0}" dt="2026-09-09T16:12:45.673" v="430"/>
        <pc:sldMkLst>
          <pc:docMk/>
          <pc:sldMk cId="2742198103" sldId="326"/>
        </pc:sldMkLst>
        <pc:spChg chg="mod">
          <ac:chgData name="Boerger, Andrew" userId="0c0bc9a9-2163-4dfe-8380-dffe9bae854a" providerId="ADAL" clId="{517DB387-D46D-4360-A89D-0AB2A58C50C0}" dt="2026-09-08T19:20:54.241" v="222"/>
          <ac:spMkLst>
            <pc:docMk/>
            <pc:sldMk cId="2742198103" sldId="326"/>
            <ac:spMk id="2" creationId="{EBF2AD33-830A-48C5-90B4-ADC3835E0158}"/>
          </ac:spMkLst>
        </pc:spChg>
        <pc:spChg chg="mod">
          <ac:chgData name="Boerger, Andrew" userId="0c0bc9a9-2163-4dfe-8380-dffe9bae854a" providerId="ADAL" clId="{517DB387-D46D-4360-A89D-0AB2A58C50C0}" dt="2026-09-08T19:20:54.400" v="243" actId="27636"/>
          <ac:spMkLst>
            <pc:docMk/>
            <pc:sldMk cId="2742198103" sldId="326"/>
            <ac:spMk id="3" creationId="{4EC90D35-304A-4ED8-BF67-87162AFBE388}"/>
          </ac:spMkLst>
        </pc:spChg>
        <pc:spChg chg="mod">
          <ac:chgData name="Boerger, Andrew" userId="0c0bc9a9-2163-4dfe-8380-dffe9bae854a" providerId="ADAL" clId="{517DB387-D46D-4360-A89D-0AB2A58C50C0}" dt="2026-09-09T16:12:45.673" v="430"/>
          <ac:spMkLst>
            <pc:docMk/>
            <pc:sldMk cId="2742198103" sldId="326"/>
            <ac:spMk id="28" creationId="{E1A6A13E-D079-4787-BA2C-26179E45E0AB}"/>
          </ac:spMkLst>
        </pc:spChg>
      </pc:sldChg>
      <pc:sldChg chg="add">
        <pc:chgData name="Boerger, Andrew" userId="0c0bc9a9-2163-4dfe-8380-dffe9bae854a" providerId="ADAL" clId="{517DB387-D46D-4360-A89D-0AB2A58C50C0}" dt="2026-09-08T19:16:26.811" v="172"/>
        <pc:sldMkLst>
          <pc:docMk/>
          <pc:sldMk cId="224454931" sldId="327"/>
        </pc:sldMkLst>
      </pc:sldChg>
      <pc:sldChg chg="modSp add mod">
        <pc:chgData name="Boerger, Andrew" userId="0c0bc9a9-2163-4dfe-8380-dffe9bae854a" providerId="ADAL" clId="{517DB387-D46D-4360-A89D-0AB2A58C50C0}" dt="2026-09-09T16:12:45.674" v="432"/>
        <pc:sldMkLst>
          <pc:docMk/>
          <pc:sldMk cId="3245262249" sldId="328"/>
        </pc:sldMkLst>
        <pc:spChg chg="mod">
          <ac:chgData name="Boerger, Andrew" userId="0c0bc9a9-2163-4dfe-8380-dffe9bae854a" providerId="ADAL" clId="{517DB387-D46D-4360-A89D-0AB2A58C50C0}" dt="2026-09-08T19:20:54.244" v="224"/>
          <ac:spMkLst>
            <pc:docMk/>
            <pc:sldMk cId="3245262249" sldId="328"/>
            <ac:spMk id="2" creationId="{C287B7A3-6757-4F52-B407-E1C2426E2E36}"/>
          </ac:spMkLst>
        </pc:spChg>
        <pc:spChg chg="mod">
          <ac:chgData name="Boerger, Andrew" userId="0c0bc9a9-2163-4dfe-8380-dffe9bae854a" providerId="ADAL" clId="{517DB387-D46D-4360-A89D-0AB2A58C50C0}" dt="2026-09-08T19:20:54.417" v="244" actId="27636"/>
          <ac:spMkLst>
            <pc:docMk/>
            <pc:sldMk cId="3245262249" sldId="328"/>
            <ac:spMk id="3" creationId="{2D0BB537-FBE2-412C-AB62-53C34BD675B2}"/>
          </ac:spMkLst>
        </pc:spChg>
        <pc:spChg chg="mod">
          <ac:chgData name="Boerger, Andrew" userId="0c0bc9a9-2163-4dfe-8380-dffe9bae854a" providerId="ADAL" clId="{517DB387-D46D-4360-A89D-0AB2A58C50C0}" dt="2026-09-09T16:12:45.674" v="432"/>
          <ac:spMkLst>
            <pc:docMk/>
            <pc:sldMk cId="3245262249" sldId="328"/>
            <ac:spMk id="37" creationId="{01C5E1DE-2C78-4E29-9A4C-3130ACEC655C}"/>
          </ac:spMkLst>
        </pc:spChg>
        <pc:spChg chg="mod">
          <ac:chgData name="Boerger, Andrew" userId="0c0bc9a9-2163-4dfe-8380-dffe9bae854a" providerId="ADAL" clId="{517DB387-D46D-4360-A89D-0AB2A58C50C0}" dt="2026-09-08T19:16:33.338" v="176" actId="27636"/>
          <ac:spMkLst>
            <pc:docMk/>
            <pc:sldMk cId="3245262249" sldId="328"/>
            <ac:spMk id="123" creationId="{00000000-0000-0000-0000-000000000000}"/>
          </ac:spMkLst>
        </pc:spChg>
      </pc:sldChg>
      <pc:sldChg chg="modSp add del mod">
        <pc:chgData name="Boerger, Andrew" userId="0c0bc9a9-2163-4dfe-8380-dffe9bae854a" providerId="ADAL" clId="{517DB387-D46D-4360-A89D-0AB2A58C50C0}" dt="2026-09-08T19:23:08.059" v="254"/>
        <pc:sldMkLst>
          <pc:docMk/>
          <pc:sldMk cId="3515298458" sldId="329"/>
        </pc:sldMkLst>
        <pc:spChg chg="mod">
          <ac:chgData name="Boerger, Andrew" userId="0c0bc9a9-2163-4dfe-8380-dffe9bae854a" providerId="ADAL" clId="{517DB387-D46D-4360-A89D-0AB2A58C50C0}" dt="2026-09-08T19:20:54.249" v="226"/>
          <ac:spMkLst>
            <pc:docMk/>
            <pc:sldMk cId="3515298458" sldId="329"/>
            <ac:spMk id="2" creationId="{53AA81A4-4B55-4071-8D0D-8E66DAC85BE0}"/>
          </ac:spMkLst>
        </pc:spChg>
        <pc:spChg chg="mod">
          <ac:chgData name="Boerger, Andrew" userId="0c0bc9a9-2163-4dfe-8380-dffe9bae854a" providerId="ADAL" clId="{517DB387-D46D-4360-A89D-0AB2A58C50C0}" dt="2026-09-08T19:20:54.251" v="227"/>
          <ac:spMkLst>
            <pc:docMk/>
            <pc:sldMk cId="3515298458" sldId="329"/>
            <ac:spMk id="3" creationId="{BCCFDF1D-25C9-4CBE-B374-B2E6938EB573}"/>
          </ac:spMkLst>
        </pc:spChg>
      </pc:sldChg>
      <pc:sldChg chg="add">
        <pc:chgData name="Boerger, Andrew" userId="0c0bc9a9-2163-4dfe-8380-dffe9bae854a" providerId="ADAL" clId="{517DB387-D46D-4360-A89D-0AB2A58C50C0}" dt="2026-09-08T19:16:49.379" v="179"/>
        <pc:sldMkLst>
          <pc:docMk/>
          <pc:sldMk cId="347982122" sldId="330"/>
        </pc:sldMkLst>
      </pc:sldChg>
      <pc:sldChg chg="modSp add mod">
        <pc:chgData name="Boerger, Andrew" userId="0c0bc9a9-2163-4dfe-8380-dffe9bae854a" providerId="ADAL" clId="{517DB387-D46D-4360-A89D-0AB2A58C50C0}" dt="2026-09-09T16:12:45.674" v="433"/>
        <pc:sldMkLst>
          <pc:docMk/>
          <pc:sldMk cId="3784123178" sldId="331"/>
        </pc:sldMkLst>
        <pc:spChg chg="mod">
          <ac:chgData name="Boerger, Andrew" userId="0c0bc9a9-2163-4dfe-8380-dffe9bae854a" providerId="ADAL" clId="{517DB387-D46D-4360-A89D-0AB2A58C50C0}" dt="2026-09-08T19:20:54.253" v="228"/>
          <ac:spMkLst>
            <pc:docMk/>
            <pc:sldMk cId="3784123178" sldId="331"/>
            <ac:spMk id="2" creationId="{EBF2AD33-830A-48C5-90B4-ADC3835E0158}"/>
          </ac:spMkLst>
        </pc:spChg>
        <pc:spChg chg="mod">
          <ac:chgData name="Boerger, Andrew" userId="0c0bc9a9-2163-4dfe-8380-dffe9bae854a" providerId="ADAL" clId="{517DB387-D46D-4360-A89D-0AB2A58C50C0}" dt="2026-09-08T19:20:54.434" v="245" actId="27636"/>
          <ac:spMkLst>
            <pc:docMk/>
            <pc:sldMk cId="3784123178" sldId="331"/>
            <ac:spMk id="3" creationId="{4EC90D35-304A-4ED8-BF67-87162AFBE388}"/>
          </ac:spMkLst>
        </pc:spChg>
        <pc:spChg chg="mod">
          <ac:chgData name="Boerger, Andrew" userId="0c0bc9a9-2163-4dfe-8380-dffe9bae854a" providerId="ADAL" clId="{517DB387-D46D-4360-A89D-0AB2A58C50C0}" dt="2026-09-09T16:12:45.674" v="433"/>
          <ac:spMkLst>
            <pc:docMk/>
            <pc:sldMk cId="3784123178" sldId="331"/>
            <ac:spMk id="28" creationId="{E1A6A13E-D079-4787-BA2C-26179E45E0AB}"/>
          </ac:spMkLst>
        </pc:spChg>
      </pc:sldChg>
      <pc:sldChg chg="modSp add mod">
        <pc:chgData name="Boerger, Andrew" userId="0c0bc9a9-2163-4dfe-8380-dffe9bae854a" providerId="ADAL" clId="{517DB387-D46D-4360-A89D-0AB2A58C50C0}" dt="2026-09-08T19:17:03.305" v="186" actId="27636"/>
        <pc:sldMkLst>
          <pc:docMk/>
          <pc:sldMk cId="3098402184" sldId="332"/>
        </pc:sldMkLst>
        <pc:spChg chg="mod">
          <ac:chgData name="Boerger, Andrew" userId="0c0bc9a9-2163-4dfe-8380-dffe9bae854a" providerId="ADAL" clId="{517DB387-D46D-4360-A89D-0AB2A58C50C0}" dt="2026-09-08T19:17:03.305" v="186" actId="27636"/>
          <ac:spMkLst>
            <pc:docMk/>
            <pc:sldMk cId="3098402184" sldId="332"/>
            <ac:spMk id="111" creationId="{00000000-0000-0000-0000-000000000000}"/>
          </ac:spMkLst>
        </pc:spChg>
        <pc:spChg chg="mod">
          <ac:chgData name="Boerger, Andrew" userId="0c0bc9a9-2163-4dfe-8380-dffe9bae854a" providerId="ADAL" clId="{517DB387-D46D-4360-A89D-0AB2A58C50C0}" dt="2026-09-08T19:17:03.290" v="185" actId="27636"/>
          <ac:spMkLst>
            <pc:docMk/>
            <pc:sldMk cId="3098402184" sldId="332"/>
            <ac:spMk id="117" creationId="{00000000-0000-0000-0000-000000000000}"/>
          </ac:spMkLst>
        </pc:spChg>
      </pc:sldChg>
      <pc:sldChg chg="modSp add del mod">
        <pc:chgData name="Boerger, Andrew" userId="0c0bc9a9-2163-4dfe-8380-dffe9bae854a" providerId="ADAL" clId="{517DB387-D46D-4360-A89D-0AB2A58C50C0}" dt="2026-09-09T16:11:55.469" v="413"/>
        <pc:sldMkLst>
          <pc:docMk/>
          <pc:sldMk cId="3040163814" sldId="333"/>
        </pc:sldMkLst>
        <pc:spChg chg="mod">
          <ac:chgData name="Boerger, Andrew" userId="0c0bc9a9-2163-4dfe-8380-dffe9bae854a" providerId="ADAL" clId="{517DB387-D46D-4360-A89D-0AB2A58C50C0}" dt="2026-09-08T19:20:54.258" v="230"/>
          <ac:spMkLst>
            <pc:docMk/>
            <pc:sldMk cId="3040163814" sldId="333"/>
            <ac:spMk id="2" creationId="{78DD8E74-1DB1-4509-B6B8-8F85DE69EC33}"/>
          </ac:spMkLst>
        </pc:spChg>
        <pc:spChg chg="mod">
          <ac:chgData name="Boerger, Andrew" userId="0c0bc9a9-2163-4dfe-8380-dffe9bae854a" providerId="ADAL" clId="{517DB387-D46D-4360-A89D-0AB2A58C50C0}" dt="2026-09-08T19:20:54.449" v="246" actId="27636"/>
          <ac:spMkLst>
            <pc:docMk/>
            <pc:sldMk cId="3040163814" sldId="333"/>
            <ac:spMk id="3" creationId="{454A5393-1907-4275-B9E9-C410BF0DBCDF}"/>
          </ac:spMkLst>
        </pc:spChg>
      </pc:sldChg>
      <pc:sldChg chg="modSp add mod ord">
        <pc:chgData name="Boerger, Andrew" userId="0c0bc9a9-2163-4dfe-8380-dffe9bae854a" providerId="ADAL" clId="{517DB387-D46D-4360-A89D-0AB2A58C50C0}" dt="2026-09-09T16:12:45.675" v="436"/>
        <pc:sldMkLst>
          <pc:docMk/>
          <pc:sldMk cId="4228535550" sldId="334"/>
        </pc:sldMkLst>
        <pc:spChg chg="mod">
          <ac:chgData name="Boerger, Andrew" userId="0c0bc9a9-2163-4dfe-8380-dffe9bae854a" providerId="ADAL" clId="{517DB387-D46D-4360-A89D-0AB2A58C50C0}" dt="2026-09-08T19:20:54.261" v="232"/>
          <ac:spMkLst>
            <pc:docMk/>
            <pc:sldMk cId="4228535550" sldId="334"/>
            <ac:spMk id="2" creationId="{53AA81A4-4B55-4071-8D0D-8E66DAC85BE0}"/>
          </ac:spMkLst>
        </pc:spChg>
        <pc:spChg chg="mod">
          <ac:chgData name="Boerger, Andrew" userId="0c0bc9a9-2163-4dfe-8380-dffe9bae854a" providerId="ADAL" clId="{517DB387-D46D-4360-A89D-0AB2A58C50C0}" dt="2026-09-08T19:20:54.263" v="233"/>
          <ac:spMkLst>
            <pc:docMk/>
            <pc:sldMk cId="4228535550" sldId="334"/>
            <ac:spMk id="3" creationId="{BCCFDF1D-25C9-4CBE-B374-B2E6938EB573}"/>
          </ac:spMkLst>
        </pc:spChg>
        <pc:spChg chg="mod">
          <ac:chgData name="Boerger, Andrew" userId="0c0bc9a9-2163-4dfe-8380-dffe9bae854a" providerId="ADAL" clId="{517DB387-D46D-4360-A89D-0AB2A58C50C0}" dt="2026-09-09T16:12:45.675" v="436"/>
          <ac:spMkLst>
            <pc:docMk/>
            <pc:sldMk cId="4228535550" sldId="334"/>
            <ac:spMk id="25" creationId="{0D167625-4BC5-4EC5-9AFD-330CEA05D3F3}"/>
          </ac:spMkLst>
        </pc:spChg>
        <pc:spChg chg="mod">
          <ac:chgData name="Boerger, Andrew" userId="0c0bc9a9-2163-4dfe-8380-dffe9bae854a" providerId="ADAL" clId="{517DB387-D46D-4360-A89D-0AB2A58C50C0}" dt="2026-09-08T19:17:16.876" v="192" actId="27636"/>
          <ac:spMkLst>
            <pc:docMk/>
            <pc:sldMk cId="4228535550" sldId="334"/>
            <ac:spMk id="123" creationId="{00000000-0000-0000-0000-000000000000}"/>
          </ac:spMkLst>
        </pc:spChg>
        <pc:spChg chg="mod">
          <ac:chgData name="Boerger, Andrew" userId="0c0bc9a9-2163-4dfe-8380-dffe9bae854a" providerId="ADAL" clId="{517DB387-D46D-4360-A89D-0AB2A58C50C0}" dt="2026-09-08T19:17:16.849" v="191" actId="27636"/>
          <ac:spMkLst>
            <pc:docMk/>
            <pc:sldMk cId="4228535550" sldId="334"/>
            <ac:spMk id="127" creationId="{00000000-0000-0000-0000-000000000000}"/>
          </ac:spMkLst>
        </pc:spChg>
      </pc:sldChg>
      <pc:sldChg chg="add">
        <pc:chgData name="Boerger, Andrew" userId="0c0bc9a9-2163-4dfe-8380-dffe9bae854a" providerId="ADAL" clId="{517DB387-D46D-4360-A89D-0AB2A58C50C0}" dt="2026-09-08T19:17:25.191" v="193"/>
        <pc:sldMkLst>
          <pc:docMk/>
          <pc:sldMk cId="2687856521" sldId="335"/>
        </pc:sldMkLst>
      </pc:sldChg>
      <pc:sldChg chg="modSp add del mod">
        <pc:chgData name="Boerger, Andrew" userId="0c0bc9a9-2163-4dfe-8380-dffe9bae854a" providerId="ADAL" clId="{517DB387-D46D-4360-A89D-0AB2A58C50C0}" dt="2026-09-08T19:23:16.307" v="256"/>
        <pc:sldMkLst>
          <pc:docMk/>
          <pc:sldMk cId="1449821684" sldId="336"/>
        </pc:sldMkLst>
        <pc:spChg chg="mod">
          <ac:chgData name="Boerger, Andrew" userId="0c0bc9a9-2163-4dfe-8380-dffe9bae854a" providerId="ADAL" clId="{517DB387-D46D-4360-A89D-0AB2A58C50C0}" dt="2026-09-08T19:20:54.265" v="234"/>
          <ac:spMkLst>
            <pc:docMk/>
            <pc:sldMk cId="1449821684" sldId="336"/>
            <ac:spMk id="2" creationId="{EBF2AD33-830A-48C5-90B4-ADC3835E0158}"/>
          </ac:spMkLst>
        </pc:spChg>
        <pc:spChg chg="mod">
          <ac:chgData name="Boerger, Andrew" userId="0c0bc9a9-2163-4dfe-8380-dffe9bae854a" providerId="ADAL" clId="{517DB387-D46D-4360-A89D-0AB2A58C50C0}" dt="2026-09-08T19:20:54.468" v="247" actId="27636"/>
          <ac:spMkLst>
            <pc:docMk/>
            <pc:sldMk cId="1449821684" sldId="336"/>
            <ac:spMk id="3" creationId="{4EC90D35-304A-4ED8-BF67-87162AFBE388}"/>
          </ac:spMkLst>
        </pc:spChg>
      </pc:sldChg>
      <pc:sldChg chg="modSp add mod ord">
        <pc:chgData name="Boerger, Andrew" userId="0c0bc9a9-2163-4dfe-8380-dffe9bae854a" providerId="ADAL" clId="{517DB387-D46D-4360-A89D-0AB2A58C50C0}" dt="2026-09-09T16:12:45.676" v="437"/>
        <pc:sldMkLst>
          <pc:docMk/>
          <pc:sldMk cId="4229564469" sldId="337"/>
        </pc:sldMkLst>
        <pc:spChg chg="mod">
          <ac:chgData name="Boerger, Andrew" userId="0c0bc9a9-2163-4dfe-8380-dffe9bae854a" providerId="ADAL" clId="{517DB387-D46D-4360-A89D-0AB2A58C50C0}" dt="2026-09-08T19:20:54.269" v="236"/>
          <ac:spMkLst>
            <pc:docMk/>
            <pc:sldMk cId="4229564469" sldId="337"/>
            <ac:spMk id="2" creationId="{53AA81A4-4B55-4071-8D0D-8E66DAC85BE0}"/>
          </ac:spMkLst>
        </pc:spChg>
        <pc:spChg chg="mod">
          <ac:chgData name="Boerger, Andrew" userId="0c0bc9a9-2163-4dfe-8380-dffe9bae854a" providerId="ADAL" clId="{517DB387-D46D-4360-A89D-0AB2A58C50C0}" dt="2026-09-08T19:20:54.487" v="248" actId="27636"/>
          <ac:spMkLst>
            <pc:docMk/>
            <pc:sldMk cId="4229564469" sldId="337"/>
            <ac:spMk id="3" creationId="{BCCFDF1D-25C9-4CBE-B374-B2E6938EB573}"/>
          </ac:spMkLst>
        </pc:spChg>
        <pc:spChg chg="mod">
          <ac:chgData name="Boerger, Andrew" userId="0c0bc9a9-2163-4dfe-8380-dffe9bae854a" providerId="ADAL" clId="{517DB387-D46D-4360-A89D-0AB2A58C50C0}" dt="2026-09-09T16:12:45.676" v="437"/>
          <ac:spMkLst>
            <pc:docMk/>
            <pc:sldMk cId="4229564469" sldId="337"/>
            <ac:spMk id="25" creationId="{0D167625-4BC5-4EC5-9AFD-330CEA05D3F3}"/>
          </ac:spMkLst>
        </pc:spChg>
      </pc:sldChg>
      <pc:sldChg chg="modSp add mod">
        <pc:chgData name="Boerger, Andrew" userId="0c0bc9a9-2163-4dfe-8380-dffe9bae854a" providerId="ADAL" clId="{517DB387-D46D-4360-A89D-0AB2A58C50C0}" dt="2026-09-09T16:12:45.676" v="438"/>
        <pc:sldMkLst>
          <pc:docMk/>
          <pc:sldMk cId="1450069280" sldId="338"/>
        </pc:sldMkLst>
        <pc:spChg chg="mod">
          <ac:chgData name="Boerger, Andrew" userId="0c0bc9a9-2163-4dfe-8380-dffe9bae854a" providerId="ADAL" clId="{517DB387-D46D-4360-A89D-0AB2A58C50C0}" dt="2026-09-08T19:20:54.272" v="238"/>
          <ac:spMkLst>
            <pc:docMk/>
            <pc:sldMk cId="1450069280" sldId="338"/>
            <ac:spMk id="2" creationId="{53AA81A4-4B55-4071-8D0D-8E66DAC85BE0}"/>
          </ac:spMkLst>
        </pc:spChg>
        <pc:spChg chg="mod">
          <ac:chgData name="Boerger, Andrew" userId="0c0bc9a9-2163-4dfe-8380-dffe9bae854a" providerId="ADAL" clId="{517DB387-D46D-4360-A89D-0AB2A58C50C0}" dt="2026-09-08T19:20:54.273" v="239"/>
          <ac:spMkLst>
            <pc:docMk/>
            <pc:sldMk cId="1450069280" sldId="338"/>
            <ac:spMk id="3" creationId="{BCCFDF1D-25C9-4CBE-B374-B2E6938EB573}"/>
          </ac:spMkLst>
        </pc:spChg>
        <pc:spChg chg="mod">
          <ac:chgData name="Boerger, Andrew" userId="0c0bc9a9-2163-4dfe-8380-dffe9bae854a" providerId="ADAL" clId="{517DB387-D46D-4360-A89D-0AB2A58C50C0}" dt="2026-09-09T16:12:45.676" v="438"/>
          <ac:spMkLst>
            <pc:docMk/>
            <pc:sldMk cId="1450069280" sldId="338"/>
            <ac:spMk id="25" creationId="{0D167625-4BC5-4EC5-9AFD-330CEA05D3F3}"/>
          </ac:spMkLst>
        </pc:spChg>
        <pc:spChg chg="mod">
          <ac:chgData name="Boerger, Andrew" userId="0c0bc9a9-2163-4dfe-8380-dffe9bae854a" providerId="ADAL" clId="{517DB387-D46D-4360-A89D-0AB2A58C50C0}" dt="2026-09-08T19:17:48.116" v="201" actId="27636"/>
          <ac:spMkLst>
            <pc:docMk/>
            <pc:sldMk cId="1450069280" sldId="338"/>
            <ac:spMk id="111" creationId="{00000000-0000-0000-0000-000000000000}"/>
          </ac:spMkLst>
        </pc:spChg>
      </pc:sldChg>
      <pc:sldChg chg="modSp add mod">
        <pc:chgData name="Boerger, Andrew" userId="0c0bc9a9-2163-4dfe-8380-dffe9bae854a" providerId="ADAL" clId="{517DB387-D46D-4360-A89D-0AB2A58C50C0}" dt="2026-09-09T16:12:45.670" v="425"/>
        <pc:sldMkLst>
          <pc:docMk/>
          <pc:sldMk cId="3448472848" sldId="339"/>
        </pc:sldMkLst>
        <pc:spChg chg="mod">
          <ac:chgData name="Boerger, Andrew" userId="0c0bc9a9-2163-4dfe-8380-dffe9bae854a" providerId="ADAL" clId="{517DB387-D46D-4360-A89D-0AB2A58C50C0}" dt="2026-09-08T19:20:54.227" v="214"/>
          <ac:spMkLst>
            <pc:docMk/>
            <pc:sldMk cId="3448472848" sldId="339"/>
            <ac:spMk id="2" creationId="{78DD8E74-1DB1-4509-B6B8-8F85DE69EC33}"/>
          </ac:spMkLst>
        </pc:spChg>
        <pc:spChg chg="mod">
          <ac:chgData name="Boerger, Andrew" userId="0c0bc9a9-2163-4dfe-8380-dffe9bae854a" providerId="ADAL" clId="{517DB387-D46D-4360-A89D-0AB2A58C50C0}" dt="2026-09-08T19:20:54.229" v="215"/>
          <ac:spMkLst>
            <pc:docMk/>
            <pc:sldMk cId="3448472848" sldId="339"/>
            <ac:spMk id="3" creationId="{454A5393-1907-4275-B9E9-C410BF0DBCDF}"/>
          </ac:spMkLst>
        </pc:spChg>
        <pc:spChg chg="mod">
          <ac:chgData name="Boerger, Andrew" userId="0c0bc9a9-2163-4dfe-8380-dffe9bae854a" providerId="ADAL" clId="{517DB387-D46D-4360-A89D-0AB2A58C50C0}" dt="2026-09-09T16:12:45.670" v="425"/>
          <ac:spMkLst>
            <pc:docMk/>
            <pc:sldMk cId="3448472848" sldId="339"/>
            <ac:spMk id="26" creationId="{57053F5A-4F41-40B1-B3CE-278E9D4C84A8}"/>
          </ac:spMkLst>
        </pc:spChg>
      </pc:sldChg>
      <pc:sldChg chg="modSp add mod ord">
        <pc:chgData name="Boerger, Andrew" userId="0c0bc9a9-2163-4dfe-8380-dffe9bae854a" providerId="ADAL" clId="{517DB387-D46D-4360-A89D-0AB2A58C50C0}" dt="2026-09-09T16:12:45.668" v="422"/>
        <pc:sldMkLst>
          <pc:docMk/>
          <pc:sldMk cId="1383063481" sldId="340"/>
        </pc:sldMkLst>
        <pc:spChg chg="mod">
          <ac:chgData name="Boerger, Andrew" userId="0c0bc9a9-2163-4dfe-8380-dffe9bae854a" providerId="ADAL" clId="{517DB387-D46D-4360-A89D-0AB2A58C50C0}" dt="2026-09-08T19:20:54.219" v="210"/>
          <ac:spMkLst>
            <pc:docMk/>
            <pc:sldMk cId="1383063481" sldId="340"/>
            <ac:spMk id="2" creationId="{EBF2AD33-830A-48C5-90B4-ADC3835E0158}"/>
          </ac:spMkLst>
        </pc:spChg>
        <pc:spChg chg="mod">
          <ac:chgData name="Boerger, Andrew" userId="0c0bc9a9-2163-4dfe-8380-dffe9bae854a" providerId="ADAL" clId="{517DB387-D46D-4360-A89D-0AB2A58C50C0}" dt="2026-09-08T19:20:54.222" v="211"/>
          <ac:spMkLst>
            <pc:docMk/>
            <pc:sldMk cId="1383063481" sldId="340"/>
            <ac:spMk id="3" creationId="{4EC90D35-304A-4ED8-BF67-87162AFBE388}"/>
          </ac:spMkLst>
        </pc:spChg>
        <pc:spChg chg="mod">
          <ac:chgData name="Boerger, Andrew" userId="0c0bc9a9-2163-4dfe-8380-dffe9bae854a" providerId="ADAL" clId="{517DB387-D46D-4360-A89D-0AB2A58C50C0}" dt="2026-09-09T16:12:45.668" v="422"/>
          <ac:spMkLst>
            <pc:docMk/>
            <pc:sldMk cId="1383063481" sldId="340"/>
            <ac:spMk id="28" creationId="{E1A6A13E-D079-4787-BA2C-26179E45E0AB}"/>
          </ac:spMkLst>
        </pc:spChg>
      </pc:sldChg>
      <pc:sldChg chg="add">
        <pc:chgData name="Boerger, Andrew" userId="0c0bc9a9-2163-4dfe-8380-dffe9bae854a" providerId="ADAL" clId="{517DB387-D46D-4360-A89D-0AB2A58C50C0}" dt="2026-09-08T19:22:12.954" v="249"/>
        <pc:sldMkLst>
          <pc:docMk/>
          <pc:sldMk cId="1957108801" sldId="341"/>
        </pc:sldMkLst>
      </pc:sldChg>
      <pc:sldChg chg="modSp add mod ord">
        <pc:chgData name="Boerger, Andrew" userId="0c0bc9a9-2163-4dfe-8380-dffe9bae854a" providerId="ADAL" clId="{517DB387-D46D-4360-A89D-0AB2A58C50C0}" dt="2026-09-09T16:12:45.670" v="426"/>
        <pc:sldMkLst>
          <pc:docMk/>
          <pc:sldMk cId="3794934289" sldId="342"/>
        </pc:sldMkLst>
        <pc:spChg chg="mod">
          <ac:chgData name="Boerger, Andrew" userId="0c0bc9a9-2163-4dfe-8380-dffe9bae854a" providerId="ADAL" clId="{517DB387-D46D-4360-A89D-0AB2A58C50C0}" dt="2026-09-09T16:12:45.670" v="426"/>
          <ac:spMkLst>
            <pc:docMk/>
            <pc:sldMk cId="3794934289" sldId="342"/>
            <ac:spMk id="28" creationId="{E1A6A13E-D079-4787-BA2C-26179E45E0AB}"/>
          </ac:spMkLst>
        </pc:spChg>
      </pc:sldChg>
      <pc:sldChg chg="modSp add mod ord">
        <pc:chgData name="Boerger, Andrew" userId="0c0bc9a9-2163-4dfe-8380-dffe9bae854a" providerId="ADAL" clId="{517DB387-D46D-4360-A89D-0AB2A58C50C0}" dt="2026-09-09T16:12:45.673" v="431"/>
        <pc:sldMkLst>
          <pc:docMk/>
          <pc:sldMk cId="2785367851" sldId="343"/>
        </pc:sldMkLst>
        <pc:spChg chg="mod">
          <ac:chgData name="Boerger, Andrew" userId="0c0bc9a9-2163-4dfe-8380-dffe9bae854a" providerId="ADAL" clId="{517DB387-D46D-4360-A89D-0AB2A58C50C0}" dt="2026-09-09T16:12:45.673" v="431"/>
          <ac:spMkLst>
            <pc:docMk/>
            <pc:sldMk cId="2785367851" sldId="343"/>
            <ac:spMk id="25" creationId="{0D167625-4BC5-4EC5-9AFD-330CEA05D3F3}"/>
          </ac:spMkLst>
        </pc:spChg>
      </pc:sldChg>
      <pc:sldChg chg="modSp add mod ord">
        <pc:chgData name="Boerger, Andrew" userId="0c0bc9a9-2163-4dfe-8380-dffe9bae854a" providerId="ADAL" clId="{517DB387-D46D-4360-A89D-0AB2A58C50C0}" dt="2026-09-09T16:12:45.668" v="421"/>
        <pc:sldMkLst>
          <pc:docMk/>
          <pc:sldMk cId="189493624" sldId="344"/>
        </pc:sldMkLst>
        <pc:spChg chg="mod">
          <ac:chgData name="Boerger, Andrew" userId="0c0bc9a9-2163-4dfe-8380-dffe9bae854a" providerId="ADAL" clId="{517DB387-D46D-4360-A89D-0AB2A58C50C0}" dt="2026-09-09T15:49:52.650" v="345" actId="20577"/>
          <ac:spMkLst>
            <pc:docMk/>
            <pc:sldMk cId="189493624" sldId="344"/>
            <ac:spMk id="2" creationId="{EBF2AD33-830A-48C5-90B4-ADC3835E0158}"/>
          </ac:spMkLst>
        </pc:spChg>
        <pc:spChg chg="mod">
          <ac:chgData name="Boerger, Andrew" userId="0c0bc9a9-2163-4dfe-8380-dffe9bae854a" providerId="ADAL" clId="{517DB387-D46D-4360-A89D-0AB2A58C50C0}" dt="2026-09-09T16:12:45.668" v="421"/>
          <ac:spMkLst>
            <pc:docMk/>
            <pc:sldMk cId="189493624" sldId="344"/>
            <ac:spMk id="28" creationId="{E1A6A13E-D079-4787-BA2C-26179E45E0AB}"/>
          </ac:spMkLst>
        </pc:spChg>
      </pc:sldChg>
      <pc:sldChg chg="modSp add mod ord">
        <pc:chgData name="Boerger, Andrew" userId="0c0bc9a9-2163-4dfe-8380-dffe9bae854a" providerId="ADAL" clId="{517DB387-D46D-4360-A89D-0AB2A58C50C0}" dt="2026-09-09T16:12:45.672" v="428"/>
        <pc:sldMkLst>
          <pc:docMk/>
          <pc:sldMk cId="3324024509" sldId="345"/>
        </pc:sldMkLst>
        <pc:spChg chg="mod">
          <ac:chgData name="Boerger, Andrew" userId="0c0bc9a9-2163-4dfe-8380-dffe9bae854a" providerId="ADAL" clId="{517DB387-D46D-4360-A89D-0AB2A58C50C0}" dt="2026-09-09T16:12:45.672" v="428"/>
          <ac:spMkLst>
            <pc:docMk/>
            <pc:sldMk cId="3324024509" sldId="345"/>
            <ac:spMk id="26" creationId="{57053F5A-4F41-40B1-B3CE-278E9D4C84A8}"/>
          </ac:spMkLst>
        </pc:spChg>
      </pc:sldChg>
      <pc:sldChg chg="add del ord">
        <pc:chgData name="Boerger, Andrew" userId="0c0bc9a9-2163-4dfe-8380-dffe9bae854a" providerId="ADAL" clId="{517DB387-D46D-4360-A89D-0AB2A58C50C0}" dt="2026-09-09T16:12:25.699" v="419"/>
        <pc:sldMkLst>
          <pc:docMk/>
          <pc:sldMk cId="3893286659" sldId="346"/>
        </pc:sldMkLst>
      </pc:sldChg>
      <pc:sldChg chg="add del ord">
        <pc:chgData name="Boerger, Andrew" userId="0c0bc9a9-2163-4dfe-8380-dffe9bae854a" providerId="ADAL" clId="{517DB387-D46D-4360-A89D-0AB2A58C50C0}" dt="2026-09-09T16:11:20.283" v="410"/>
        <pc:sldMkLst>
          <pc:docMk/>
          <pc:sldMk cId="1154100099" sldId="347"/>
        </pc:sldMkLst>
      </pc:sldChg>
      <pc:sldChg chg="add del ord">
        <pc:chgData name="Boerger, Andrew" userId="0c0bc9a9-2163-4dfe-8380-dffe9bae854a" providerId="ADAL" clId="{517DB387-D46D-4360-A89D-0AB2A58C50C0}" dt="2026-09-09T16:10:29.961" v="388"/>
        <pc:sldMkLst>
          <pc:docMk/>
          <pc:sldMk cId="2437868417" sldId="348"/>
        </pc:sldMkLst>
      </pc:sldChg>
      <pc:sldChg chg="add del ord">
        <pc:chgData name="Boerger, Andrew" userId="0c0bc9a9-2163-4dfe-8380-dffe9bae854a" providerId="ADAL" clId="{517DB387-D46D-4360-A89D-0AB2A58C50C0}" dt="2026-09-09T16:09:05.409" v="366"/>
        <pc:sldMkLst>
          <pc:docMk/>
          <pc:sldMk cId="3155149367" sldId="349"/>
        </pc:sldMkLst>
      </pc:sldChg>
      <pc:sldChg chg="modSp add del mod">
        <pc:chgData name="Boerger, Andrew" userId="0c0bc9a9-2163-4dfe-8380-dffe9bae854a" providerId="ADAL" clId="{517DB387-D46D-4360-A89D-0AB2A58C50C0}" dt="2026-09-09T16:09:34.836" v="377"/>
        <pc:sldMkLst>
          <pc:docMk/>
          <pc:sldMk cId="1650758894" sldId="350"/>
        </pc:sldMkLst>
        <pc:spChg chg="mod">
          <ac:chgData name="Boerger, Andrew" userId="0c0bc9a9-2163-4dfe-8380-dffe9bae854a" providerId="ADAL" clId="{517DB387-D46D-4360-A89D-0AB2A58C50C0}" dt="2026-09-09T16:09:05.428" v="368" actId="27636"/>
          <ac:spMkLst>
            <pc:docMk/>
            <pc:sldMk cId="1650758894" sldId="350"/>
            <ac:spMk id="101" creationId="{00000000-0000-0000-0000-000000000000}"/>
          </ac:spMkLst>
        </pc:spChg>
        <pc:spChg chg="mod">
          <ac:chgData name="Boerger, Andrew" userId="0c0bc9a9-2163-4dfe-8380-dffe9bae854a" providerId="ADAL" clId="{517DB387-D46D-4360-A89D-0AB2A58C50C0}" dt="2026-09-09T16:09:05.427" v="367" actId="27636"/>
          <ac:spMkLst>
            <pc:docMk/>
            <pc:sldMk cId="1650758894" sldId="350"/>
            <ac:spMk id="105" creationId="{00000000-0000-0000-0000-000000000000}"/>
          </ac:spMkLst>
        </pc:spChg>
        <pc:spChg chg="mod">
          <ac:chgData name="Boerger, Andrew" userId="0c0bc9a9-2163-4dfe-8380-dffe9bae854a" providerId="ADAL" clId="{517DB387-D46D-4360-A89D-0AB2A58C50C0}" dt="2026-09-09T16:09:05.429" v="370" actId="27636"/>
          <ac:spMkLst>
            <pc:docMk/>
            <pc:sldMk cId="1650758894" sldId="350"/>
            <ac:spMk id="109" creationId="{00000000-0000-0000-0000-000000000000}"/>
          </ac:spMkLst>
        </pc:spChg>
        <pc:spChg chg="mod">
          <ac:chgData name="Boerger, Andrew" userId="0c0bc9a9-2163-4dfe-8380-dffe9bae854a" providerId="ADAL" clId="{517DB387-D46D-4360-A89D-0AB2A58C50C0}" dt="2026-09-09T16:09:05.432" v="372" actId="27636"/>
          <ac:spMkLst>
            <pc:docMk/>
            <pc:sldMk cId="1650758894" sldId="350"/>
            <ac:spMk id="113" creationId="{00000000-0000-0000-0000-000000000000}"/>
          </ac:spMkLst>
        </pc:spChg>
        <pc:spChg chg="mod">
          <ac:chgData name="Boerger, Andrew" userId="0c0bc9a9-2163-4dfe-8380-dffe9bae854a" providerId="ADAL" clId="{517DB387-D46D-4360-A89D-0AB2A58C50C0}" dt="2026-09-09T16:09:05.431" v="371" actId="27636"/>
          <ac:spMkLst>
            <pc:docMk/>
            <pc:sldMk cId="1650758894" sldId="350"/>
            <ac:spMk id="122" creationId="{00000000-0000-0000-0000-000000000000}"/>
          </ac:spMkLst>
        </pc:spChg>
        <pc:spChg chg="mod">
          <ac:chgData name="Boerger, Andrew" userId="0c0bc9a9-2163-4dfe-8380-dffe9bae854a" providerId="ADAL" clId="{517DB387-D46D-4360-A89D-0AB2A58C50C0}" dt="2026-09-09T16:09:05.437" v="375" actId="27636"/>
          <ac:spMkLst>
            <pc:docMk/>
            <pc:sldMk cId="1650758894" sldId="350"/>
            <ac:spMk id="124" creationId="{00000000-0000-0000-0000-000000000000}"/>
          </ac:spMkLst>
        </pc:spChg>
        <pc:spChg chg="mod">
          <ac:chgData name="Boerger, Andrew" userId="0c0bc9a9-2163-4dfe-8380-dffe9bae854a" providerId="ADAL" clId="{517DB387-D46D-4360-A89D-0AB2A58C50C0}" dt="2026-09-09T16:09:05.434" v="373" actId="27636"/>
          <ac:spMkLst>
            <pc:docMk/>
            <pc:sldMk cId="1650758894" sldId="350"/>
            <ac:spMk id="126" creationId="{00000000-0000-0000-0000-000000000000}"/>
          </ac:spMkLst>
        </pc:spChg>
        <pc:spChg chg="mod">
          <ac:chgData name="Boerger, Andrew" userId="0c0bc9a9-2163-4dfe-8380-dffe9bae854a" providerId="ADAL" clId="{517DB387-D46D-4360-A89D-0AB2A58C50C0}" dt="2026-09-09T16:09:05.429" v="369" actId="27636"/>
          <ac:spMkLst>
            <pc:docMk/>
            <pc:sldMk cId="1650758894" sldId="350"/>
            <ac:spMk id="128" creationId="{00000000-0000-0000-0000-000000000000}"/>
          </ac:spMkLst>
        </pc:spChg>
        <pc:spChg chg="mod">
          <ac:chgData name="Boerger, Andrew" userId="0c0bc9a9-2163-4dfe-8380-dffe9bae854a" providerId="ADAL" clId="{517DB387-D46D-4360-A89D-0AB2A58C50C0}" dt="2026-09-09T16:09:05.436" v="374" actId="27636"/>
          <ac:spMkLst>
            <pc:docMk/>
            <pc:sldMk cId="1650758894" sldId="350"/>
            <ac:spMk id="130" creationId="{00000000-0000-0000-0000-000000000000}"/>
          </ac:spMkLst>
        </pc:spChg>
      </pc:sldChg>
      <pc:sldChg chg="modSp add mod">
        <pc:chgData name="Boerger, Andrew" userId="0c0bc9a9-2163-4dfe-8380-dffe9bae854a" providerId="ADAL" clId="{517DB387-D46D-4360-A89D-0AB2A58C50C0}" dt="2026-09-09T16:12:45.667" v="420"/>
        <pc:sldMkLst>
          <pc:docMk/>
          <pc:sldMk cId="3929917959" sldId="351"/>
        </pc:sldMkLst>
        <pc:spChg chg="mod">
          <ac:chgData name="Boerger, Andrew" userId="0c0bc9a9-2163-4dfe-8380-dffe9bae854a" providerId="ADAL" clId="{517DB387-D46D-4360-A89D-0AB2A58C50C0}" dt="2026-09-09T16:12:45.667" v="420"/>
          <ac:spMkLst>
            <pc:docMk/>
            <pc:sldMk cId="3929917959" sldId="351"/>
            <ac:spMk id="28" creationId="{E1A6A13E-D079-4787-BA2C-26179E45E0AB}"/>
          </ac:spMkLst>
        </pc:spChg>
        <pc:spChg chg="mod">
          <ac:chgData name="Boerger, Andrew" userId="0c0bc9a9-2163-4dfe-8380-dffe9bae854a" providerId="ADAL" clId="{517DB387-D46D-4360-A89D-0AB2A58C50C0}" dt="2026-09-09T16:09:34.861" v="382" actId="27636"/>
          <ac:spMkLst>
            <pc:docMk/>
            <pc:sldMk cId="3929917959" sldId="351"/>
            <ac:spMk id="101" creationId="{00000000-0000-0000-0000-000000000000}"/>
          </ac:spMkLst>
        </pc:spChg>
        <pc:spChg chg="mod">
          <ac:chgData name="Boerger, Andrew" userId="0c0bc9a9-2163-4dfe-8380-dffe9bae854a" providerId="ADAL" clId="{517DB387-D46D-4360-A89D-0AB2A58C50C0}" dt="2026-09-09T16:09:34.864" v="384" actId="27636"/>
          <ac:spMkLst>
            <pc:docMk/>
            <pc:sldMk cId="3929917959" sldId="351"/>
            <ac:spMk id="105" creationId="{00000000-0000-0000-0000-000000000000}"/>
          </ac:spMkLst>
        </pc:spChg>
        <pc:spChg chg="mod">
          <ac:chgData name="Boerger, Andrew" userId="0c0bc9a9-2163-4dfe-8380-dffe9bae854a" providerId="ADAL" clId="{517DB387-D46D-4360-A89D-0AB2A58C50C0}" dt="2026-09-09T16:09:34.867" v="386" actId="27636"/>
          <ac:spMkLst>
            <pc:docMk/>
            <pc:sldMk cId="3929917959" sldId="351"/>
            <ac:spMk id="109" creationId="{00000000-0000-0000-0000-000000000000}"/>
          </ac:spMkLst>
        </pc:spChg>
        <pc:spChg chg="mod">
          <ac:chgData name="Boerger, Andrew" userId="0c0bc9a9-2163-4dfe-8380-dffe9bae854a" providerId="ADAL" clId="{517DB387-D46D-4360-A89D-0AB2A58C50C0}" dt="2026-09-09T16:09:34.865" v="385" actId="27636"/>
          <ac:spMkLst>
            <pc:docMk/>
            <pc:sldMk cId="3929917959" sldId="351"/>
            <ac:spMk id="113" creationId="{00000000-0000-0000-0000-000000000000}"/>
          </ac:spMkLst>
        </pc:spChg>
        <pc:spChg chg="mod">
          <ac:chgData name="Boerger, Andrew" userId="0c0bc9a9-2163-4dfe-8380-dffe9bae854a" providerId="ADAL" clId="{517DB387-D46D-4360-A89D-0AB2A58C50C0}" dt="2026-09-09T16:09:34.859" v="380" actId="27636"/>
          <ac:spMkLst>
            <pc:docMk/>
            <pc:sldMk cId="3929917959" sldId="351"/>
            <ac:spMk id="122" creationId="{00000000-0000-0000-0000-000000000000}"/>
          </ac:spMkLst>
        </pc:spChg>
        <pc:spChg chg="mod">
          <ac:chgData name="Boerger, Andrew" userId="0c0bc9a9-2163-4dfe-8380-dffe9bae854a" providerId="ADAL" clId="{517DB387-D46D-4360-A89D-0AB2A58C50C0}" dt="2026-09-09T16:09:34.863" v="383" actId="27636"/>
          <ac:spMkLst>
            <pc:docMk/>
            <pc:sldMk cId="3929917959" sldId="351"/>
            <ac:spMk id="124" creationId="{00000000-0000-0000-0000-000000000000}"/>
          </ac:spMkLst>
        </pc:spChg>
        <pc:spChg chg="mod">
          <ac:chgData name="Boerger, Andrew" userId="0c0bc9a9-2163-4dfe-8380-dffe9bae854a" providerId="ADAL" clId="{517DB387-D46D-4360-A89D-0AB2A58C50C0}" dt="2026-09-09T16:09:34.858" v="379" actId="27636"/>
          <ac:spMkLst>
            <pc:docMk/>
            <pc:sldMk cId="3929917959" sldId="351"/>
            <ac:spMk id="126" creationId="{00000000-0000-0000-0000-000000000000}"/>
          </ac:spMkLst>
        </pc:spChg>
        <pc:spChg chg="mod">
          <ac:chgData name="Boerger, Andrew" userId="0c0bc9a9-2163-4dfe-8380-dffe9bae854a" providerId="ADAL" clId="{517DB387-D46D-4360-A89D-0AB2A58C50C0}" dt="2026-09-09T16:09:34.860" v="381" actId="27636"/>
          <ac:spMkLst>
            <pc:docMk/>
            <pc:sldMk cId="3929917959" sldId="351"/>
            <ac:spMk id="128" creationId="{00000000-0000-0000-0000-000000000000}"/>
          </ac:spMkLst>
        </pc:spChg>
        <pc:spChg chg="mod">
          <ac:chgData name="Boerger, Andrew" userId="0c0bc9a9-2163-4dfe-8380-dffe9bae854a" providerId="ADAL" clId="{517DB387-D46D-4360-A89D-0AB2A58C50C0}" dt="2026-09-09T16:09:34.857" v="378" actId="27636"/>
          <ac:spMkLst>
            <pc:docMk/>
            <pc:sldMk cId="3929917959" sldId="351"/>
            <ac:spMk id="130" creationId="{00000000-0000-0000-0000-000000000000}"/>
          </ac:spMkLst>
        </pc:spChg>
      </pc:sldChg>
      <pc:sldChg chg="modSp add del mod">
        <pc:chgData name="Boerger, Andrew" userId="0c0bc9a9-2163-4dfe-8380-dffe9bae854a" providerId="ADAL" clId="{517DB387-D46D-4360-A89D-0AB2A58C50C0}" dt="2026-09-09T16:10:56.714" v="399"/>
        <pc:sldMkLst>
          <pc:docMk/>
          <pc:sldMk cId="3688374971" sldId="352"/>
        </pc:sldMkLst>
        <pc:spChg chg="mod">
          <ac:chgData name="Boerger, Andrew" userId="0c0bc9a9-2163-4dfe-8380-dffe9bae854a" providerId="ADAL" clId="{517DB387-D46D-4360-A89D-0AB2A58C50C0}" dt="2026-09-09T16:10:29.985" v="390" actId="27636"/>
          <ac:spMkLst>
            <pc:docMk/>
            <pc:sldMk cId="3688374971" sldId="352"/>
            <ac:spMk id="101" creationId="{00000000-0000-0000-0000-000000000000}"/>
          </ac:spMkLst>
        </pc:spChg>
        <pc:spChg chg="mod">
          <ac:chgData name="Boerger, Andrew" userId="0c0bc9a9-2163-4dfe-8380-dffe9bae854a" providerId="ADAL" clId="{517DB387-D46D-4360-A89D-0AB2A58C50C0}" dt="2026-09-09T16:10:29.990" v="393" actId="27636"/>
          <ac:spMkLst>
            <pc:docMk/>
            <pc:sldMk cId="3688374971" sldId="352"/>
            <ac:spMk id="105" creationId="{00000000-0000-0000-0000-000000000000}"/>
          </ac:spMkLst>
        </pc:spChg>
        <pc:spChg chg="mod">
          <ac:chgData name="Boerger, Andrew" userId="0c0bc9a9-2163-4dfe-8380-dffe9bae854a" providerId="ADAL" clId="{517DB387-D46D-4360-A89D-0AB2A58C50C0}" dt="2026-09-09T16:10:29.992" v="395" actId="27636"/>
          <ac:spMkLst>
            <pc:docMk/>
            <pc:sldMk cId="3688374971" sldId="352"/>
            <ac:spMk id="109" creationId="{00000000-0000-0000-0000-000000000000}"/>
          </ac:spMkLst>
        </pc:spChg>
        <pc:spChg chg="mod">
          <ac:chgData name="Boerger, Andrew" userId="0c0bc9a9-2163-4dfe-8380-dffe9bae854a" providerId="ADAL" clId="{517DB387-D46D-4360-A89D-0AB2A58C50C0}" dt="2026-09-09T16:10:29.982" v="389" actId="27636"/>
          <ac:spMkLst>
            <pc:docMk/>
            <pc:sldMk cId="3688374971" sldId="352"/>
            <ac:spMk id="113" creationId="{00000000-0000-0000-0000-000000000000}"/>
          </ac:spMkLst>
        </pc:spChg>
        <pc:spChg chg="mod">
          <ac:chgData name="Boerger, Andrew" userId="0c0bc9a9-2163-4dfe-8380-dffe9bae854a" providerId="ADAL" clId="{517DB387-D46D-4360-A89D-0AB2A58C50C0}" dt="2026-09-09T16:10:29.987" v="391" actId="27636"/>
          <ac:spMkLst>
            <pc:docMk/>
            <pc:sldMk cId="3688374971" sldId="352"/>
            <ac:spMk id="117" creationId="{00000000-0000-0000-0000-000000000000}"/>
          </ac:spMkLst>
        </pc:spChg>
        <pc:spChg chg="mod">
          <ac:chgData name="Boerger, Andrew" userId="0c0bc9a9-2163-4dfe-8380-dffe9bae854a" providerId="ADAL" clId="{517DB387-D46D-4360-A89D-0AB2A58C50C0}" dt="2026-09-09T16:10:29.994" v="397" actId="27636"/>
          <ac:spMkLst>
            <pc:docMk/>
            <pc:sldMk cId="3688374971" sldId="352"/>
            <ac:spMk id="121" creationId="{00000000-0000-0000-0000-000000000000}"/>
          </ac:spMkLst>
        </pc:spChg>
        <pc:spChg chg="mod">
          <ac:chgData name="Boerger, Andrew" userId="0c0bc9a9-2163-4dfe-8380-dffe9bae854a" providerId="ADAL" clId="{517DB387-D46D-4360-A89D-0AB2A58C50C0}" dt="2026-09-09T16:10:29.993" v="396" actId="27636"/>
          <ac:spMkLst>
            <pc:docMk/>
            <pc:sldMk cId="3688374971" sldId="352"/>
            <ac:spMk id="125" creationId="{00000000-0000-0000-0000-000000000000}"/>
          </ac:spMkLst>
        </pc:spChg>
        <pc:spChg chg="mod">
          <ac:chgData name="Boerger, Andrew" userId="0c0bc9a9-2163-4dfe-8380-dffe9bae854a" providerId="ADAL" clId="{517DB387-D46D-4360-A89D-0AB2A58C50C0}" dt="2026-09-09T16:10:29.991" v="394" actId="27636"/>
          <ac:spMkLst>
            <pc:docMk/>
            <pc:sldMk cId="3688374971" sldId="352"/>
            <ac:spMk id="129" creationId="{00000000-0000-0000-0000-000000000000}"/>
          </ac:spMkLst>
        </pc:spChg>
        <pc:spChg chg="mod">
          <ac:chgData name="Boerger, Andrew" userId="0c0bc9a9-2163-4dfe-8380-dffe9bae854a" providerId="ADAL" clId="{517DB387-D46D-4360-A89D-0AB2A58C50C0}" dt="2026-09-09T16:10:29.989" v="392" actId="27636"/>
          <ac:spMkLst>
            <pc:docMk/>
            <pc:sldMk cId="3688374971" sldId="352"/>
            <ac:spMk id="200" creationId="{00000000-0000-0000-0000-000000000000}"/>
          </ac:spMkLst>
        </pc:spChg>
      </pc:sldChg>
      <pc:sldChg chg="modSp add del mod">
        <pc:chgData name="Boerger, Andrew" userId="0c0bc9a9-2163-4dfe-8380-dffe9bae854a" providerId="ADAL" clId="{517DB387-D46D-4360-A89D-0AB2A58C50C0}" dt="2026-09-09T16:14:23.044" v="440"/>
        <pc:sldMkLst>
          <pc:docMk/>
          <pc:sldMk cId="1133857394" sldId="353"/>
        </pc:sldMkLst>
        <pc:spChg chg="mod">
          <ac:chgData name="Boerger, Andrew" userId="0c0bc9a9-2163-4dfe-8380-dffe9bae854a" providerId="ADAL" clId="{517DB387-D46D-4360-A89D-0AB2A58C50C0}" dt="2026-09-09T16:12:45.669" v="423"/>
          <ac:spMkLst>
            <pc:docMk/>
            <pc:sldMk cId="1133857394" sldId="353"/>
            <ac:spMk id="28" creationId="{E1A6A13E-D079-4787-BA2C-26179E45E0AB}"/>
          </ac:spMkLst>
        </pc:spChg>
        <pc:spChg chg="mod">
          <ac:chgData name="Boerger, Andrew" userId="0c0bc9a9-2163-4dfe-8380-dffe9bae854a" providerId="ADAL" clId="{517DB387-D46D-4360-A89D-0AB2A58C50C0}" dt="2026-09-09T16:10:56.733" v="400" actId="27636"/>
          <ac:spMkLst>
            <pc:docMk/>
            <pc:sldMk cId="1133857394" sldId="353"/>
            <ac:spMk id="101" creationId="{00000000-0000-0000-0000-000000000000}"/>
          </ac:spMkLst>
        </pc:spChg>
        <pc:spChg chg="mod">
          <ac:chgData name="Boerger, Andrew" userId="0c0bc9a9-2163-4dfe-8380-dffe9bae854a" providerId="ADAL" clId="{517DB387-D46D-4360-A89D-0AB2A58C50C0}" dt="2026-09-09T16:10:56.741" v="406" actId="27636"/>
          <ac:spMkLst>
            <pc:docMk/>
            <pc:sldMk cId="1133857394" sldId="353"/>
            <ac:spMk id="105" creationId="{00000000-0000-0000-0000-000000000000}"/>
          </ac:spMkLst>
        </pc:spChg>
        <pc:spChg chg="mod">
          <ac:chgData name="Boerger, Andrew" userId="0c0bc9a9-2163-4dfe-8380-dffe9bae854a" providerId="ADAL" clId="{517DB387-D46D-4360-A89D-0AB2A58C50C0}" dt="2026-09-09T16:10:56.742" v="407" actId="27636"/>
          <ac:spMkLst>
            <pc:docMk/>
            <pc:sldMk cId="1133857394" sldId="353"/>
            <ac:spMk id="109" creationId="{00000000-0000-0000-0000-000000000000}"/>
          </ac:spMkLst>
        </pc:spChg>
        <pc:spChg chg="mod">
          <ac:chgData name="Boerger, Andrew" userId="0c0bc9a9-2163-4dfe-8380-dffe9bae854a" providerId="ADAL" clId="{517DB387-D46D-4360-A89D-0AB2A58C50C0}" dt="2026-09-09T16:10:56.736" v="403" actId="27636"/>
          <ac:spMkLst>
            <pc:docMk/>
            <pc:sldMk cId="1133857394" sldId="353"/>
            <ac:spMk id="113" creationId="{00000000-0000-0000-0000-000000000000}"/>
          </ac:spMkLst>
        </pc:spChg>
        <pc:spChg chg="mod">
          <ac:chgData name="Boerger, Andrew" userId="0c0bc9a9-2163-4dfe-8380-dffe9bae854a" providerId="ADAL" clId="{517DB387-D46D-4360-A89D-0AB2A58C50C0}" dt="2026-09-09T16:10:56.738" v="404" actId="27636"/>
          <ac:spMkLst>
            <pc:docMk/>
            <pc:sldMk cId="1133857394" sldId="353"/>
            <ac:spMk id="117" creationId="{00000000-0000-0000-0000-000000000000}"/>
          </ac:spMkLst>
        </pc:spChg>
        <pc:spChg chg="mod">
          <ac:chgData name="Boerger, Andrew" userId="0c0bc9a9-2163-4dfe-8380-dffe9bae854a" providerId="ADAL" clId="{517DB387-D46D-4360-A89D-0AB2A58C50C0}" dt="2026-09-09T16:10:56.739" v="405" actId="27636"/>
          <ac:spMkLst>
            <pc:docMk/>
            <pc:sldMk cId="1133857394" sldId="353"/>
            <ac:spMk id="121" creationId="{00000000-0000-0000-0000-000000000000}"/>
          </ac:spMkLst>
        </pc:spChg>
        <pc:spChg chg="mod">
          <ac:chgData name="Boerger, Andrew" userId="0c0bc9a9-2163-4dfe-8380-dffe9bae854a" providerId="ADAL" clId="{517DB387-D46D-4360-A89D-0AB2A58C50C0}" dt="2026-09-09T16:10:56.736" v="402" actId="27636"/>
          <ac:spMkLst>
            <pc:docMk/>
            <pc:sldMk cId="1133857394" sldId="353"/>
            <ac:spMk id="125" creationId="{00000000-0000-0000-0000-000000000000}"/>
          </ac:spMkLst>
        </pc:spChg>
        <pc:spChg chg="mod">
          <ac:chgData name="Boerger, Andrew" userId="0c0bc9a9-2163-4dfe-8380-dffe9bae854a" providerId="ADAL" clId="{517DB387-D46D-4360-A89D-0AB2A58C50C0}" dt="2026-09-09T16:10:56.735" v="401" actId="27636"/>
          <ac:spMkLst>
            <pc:docMk/>
            <pc:sldMk cId="1133857394" sldId="353"/>
            <ac:spMk id="129" creationId="{00000000-0000-0000-0000-000000000000}"/>
          </ac:spMkLst>
        </pc:spChg>
        <pc:spChg chg="mod">
          <ac:chgData name="Boerger, Andrew" userId="0c0bc9a9-2163-4dfe-8380-dffe9bae854a" providerId="ADAL" clId="{517DB387-D46D-4360-A89D-0AB2A58C50C0}" dt="2026-09-09T16:10:56.743" v="408" actId="27636"/>
          <ac:spMkLst>
            <pc:docMk/>
            <pc:sldMk cId="1133857394" sldId="353"/>
            <ac:spMk id="200" creationId="{00000000-0000-0000-0000-000000000000}"/>
          </ac:spMkLst>
        </pc:spChg>
      </pc:sldChg>
      <pc:sldChg chg="modSp add mod">
        <pc:chgData name="Boerger, Andrew" userId="0c0bc9a9-2163-4dfe-8380-dffe9bae854a" providerId="ADAL" clId="{517DB387-D46D-4360-A89D-0AB2A58C50C0}" dt="2026-09-09T16:12:45.672" v="429"/>
        <pc:sldMkLst>
          <pc:docMk/>
          <pc:sldMk cId="1914950974" sldId="354"/>
        </pc:sldMkLst>
        <pc:spChg chg="mod">
          <ac:chgData name="Boerger, Andrew" userId="0c0bc9a9-2163-4dfe-8380-dffe9bae854a" providerId="ADAL" clId="{517DB387-D46D-4360-A89D-0AB2A58C50C0}" dt="2026-09-09T16:12:45.672" v="429"/>
          <ac:spMkLst>
            <pc:docMk/>
            <pc:sldMk cId="1914950974" sldId="354"/>
            <ac:spMk id="28" creationId="{E1A6A13E-D079-4787-BA2C-26179E45E0AB}"/>
          </ac:spMkLst>
        </pc:spChg>
        <pc:spChg chg="mod">
          <ac:chgData name="Boerger, Andrew" userId="0c0bc9a9-2163-4dfe-8380-dffe9bae854a" providerId="ADAL" clId="{517DB387-D46D-4360-A89D-0AB2A58C50C0}" dt="2026-09-09T16:11:20.304" v="411" actId="27636"/>
          <ac:spMkLst>
            <pc:docMk/>
            <pc:sldMk cId="1914950974" sldId="354"/>
            <ac:spMk id="101" creationId="{00000000-0000-0000-0000-000000000000}"/>
          </ac:spMkLst>
        </pc:spChg>
      </pc:sldChg>
      <pc:sldChg chg="modSp add del mod">
        <pc:chgData name="Boerger, Andrew" userId="0c0bc9a9-2163-4dfe-8380-dffe9bae854a" providerId="ADAL" clId="{517DB387-D46D-4360-A89D-0AB2A58C50C0}" dt="2026-09-09T16:18:00.182" v="478"/>
        <pc:sldMkLst>
          <pc:docMk/>
          <pc:sldMk cId="354847040" sldId="355"/>
        </pc:sldMkLst>
        <pc:spChg chg="mod">
          <ac:chgData name="Boerger, Andrew" userId="0c0bc9a9-2163-4dfe-8380-dffe9bae854a" providerId="ADAL" clId="{517DB387-D46D-4360-A89D-0AB2A58C50C0}" dt="2026-09-09T16:12:45.675" v="434"/>
          <ac:spMkLst>
            <pc:docMk/>
            <pc:sldMk cId="354847040" sldId="355"/>
            <ac:spMk id="26" creationId="{57053F5A-4F41-40B1-B3CE-278E9D4C84A8}"/>
          </ac:spMkLst>
        </pc:spChg>
        <pc:spChg chg="mod">
          <ac:chgData name="Boerger, Andrew" userId="0c0bc9a9-2163-4dfe-8380-dffe9bae854a" providerId="ADAL" clId="{517DB387-D46D-4360-A89D-0AB2A58C50C0}" dt="2026-09-09T16:17:26.729" v="453"/>
          <ac:spMkLst>
            <pc:docMk/>
            <pc:sldMk cId="354847040" sldId="355"/>
            <ac:spMk id="130" creationId="{00000000-0000-0000-0000-000000000000}"/>
          </ac:spMkLst>
        </pc:spChg>
        <pc:spChg chg="mod">
          <ac:chgData name="Boerger, Andrew" userId="0c0bc9a9-2163-4dfe-8380-dffe9bae854a" providerId="ADAL" clId="{517DB387-D46D-4360-A89D-0AB2A58C50C0}" dt="2026-09-09T16:17:26.732" v="455"/>
          <ac:spMkLst>
            <pc:docMk/>
            <pc:sldMk cId="354847040" sldId="355"/>
            <ac:spMk id="131" creationId="{00000000-0000-0000-0000-000000000000}"/>
          </ac:spMkLst>
        </pc:spChg>
        <pc:spChg chg="mod">
          <ac:chgData name="Boerger, Andrew" userId="0c0bc9a9-2163-4dfe-8380-dffe9bae854a" providerId="ADAL" clId="{517DB387-D46D-4360-A89D-0AB2A58C50C0}" dt="2026-09-09T16:17:26.737" v="459"/>
          <ac:spMkLst>
            <pc:docMk/>
            <pc:sldMk cId="354847040" sldId="355"/>
            <ac:spMk id="132" creationId="{00000000-0000-0000-0000-000000000000}"/>
          </ac:spMkLst>
        </pc:spChg>
        <pc:spChg chg="mod">
          <ac:chgData name="Boerger, Andrew" userId="0c0bc9a9-2163-4dfe-8380-dffe9bae854a" providerId="ADAL" clId="{517DB387-D46D-4360-A89D-0AB2A58C50C0}" dt="2026-09-09T16:17:26.740" v="461"/>
          <ac:spMkLst>
            <pc:docMk/>
            <pc:sldMk cId="354847040" sldId="355"/>
            <ac:spMk id="133" creationId="{00000000-0000-0000-0000-000000000000}"/>
          </ac:spMkLst>
        </pc:spChg>
        <pc:spChg chg="mod">
          <ac:chgData name="Boerger, Andrew" userId="0c0bc9a9-2163-4dfe-8380-dffe9bae854a" providerId="ADAL" clId="{517DB387-D46D-4360-A89D-0AB2A58C50C0}" dt="2026-09-09T16:17:26.811" v="476"/>
          <ac:spMkLst>
            <pc:docMk/>
            <pc:sldMk cId="354847040" sldId="355"/>
            <ac:spMk id="134" creationId="{00000000-0000-0000-0000-000000000000}"/>
          </ac:spMkLst>
        </pc:spChg>
        <pc:spChg chg="mod">
          <ac:chgData name="Boerger, Andrew" userId="0c0bc9a9-2163-4dfe-8380-dffe9bae854a" providerId="ADAL" clId="{517DB387-D46D-4360-A89D-0AB2A58C50C0}" dt="2026-09-09T16:17:26.752" v="467"/>
          <ac:spMkLst>
            <pc:docMk/>
            <pc:sldMk cId="354847040" sldId="355"/>
            <ac:spMk id="135" creationId="{00000000-0000-0000-0000-000000000000}"/>
          </ac:spMkLst>
        </pc:spChg>
        <pc:spChg chg="mod">
          <ac:chgData name="Boerger, Andrew" userId="0c0bc9a9-2163-4dfe-8380-dffe9bae854a" providerId="ADAL" clId="{517DB387-D46D-4360-A89D-0AB2A58C50C0}" dt="2026-09-09T16:17:26.757" v="471"/>
          <ac:spMkLst>
            <pc:docMk/>
            <pc:sldMk cId="354847040" sldId="355"/>
            <ac:spMk id="136" creationId="{00000000-0000-0000-0000-000000000000}"/>
          </ac:spMkLst>
        </pc:spChg>
        <pc:spChg chg="mod">
          <ac:chgData name="Boerger, Andrew" userId="0c0bc9a9-2163-4dfe-8380-dffe9bae854a" providerId="ADAL" clId="{517DB387-D46D-4360-A89D-0AB2A58C50C0}" dt="2026-09-09T16:17:26.760" v="473"/>
          <ac:spMkLst>
            <pc:docMk/>
            <pc:sldMk cId="354847040" sldId="355"/>
            <ac:spMk id="137" creationId="{00000000-0000-0000-0000-000000000000}"/>
          </ac:spMkLst>
        </pc:spChg>
        <pc:spChg chg="mod">
          <ac:chgData name="Boerger, Andrew" userId="0c0bc9a9-2163-4dfe-8380-dffe9bae854a" providerId="ADAL" clId="{517DB387-D46D-4360-A89D-0AB2A58C50C0}" dt="2026-09-09T16:17:26.763" v="475"/>
          <ac:spMkLst>
            <pc:docMk/>
            <pc:sldMk cId="354847040" sldId="355"/>
            <ac:spMk id="138" creationId="{00000000-0000-0000-0000-000000000000}"/>
          </ac:spMkLst>
        </pc:spChg>
      </pc:sldChg>
      <pc:sldChg chg="modSp add del mod">
        <pc:chgData name="Boerger, Andrew" userId="0c0bc9a9-2163-4dfe-8380-dffe9bae854a" providerId="ADAL" clId="{517DB387-D46D-4360-A89D-0AB2A58C50C0}" dt="2026-09-09T16:16:13.488" v="451"/>
        <pc:sldMkLst>
          <pc:docMk/>
          <pc:sldMk cId="722780103" sldId="356"/>
        </pc:sldMkLst>
        <pc:spChg chg="mod">
          <ac:chgData name="Boerger, Andrew" userId="0c0bc9a9-2163-4dfe-8380-dffe9bae854a" providerId="ADAL" clId="{517DB387-D46D-4360-A89D-0AB2A58C50C0}" dt="2026-09-09T16:12:45.675" v="435"/>
          <ac:spMkLst>
            <pc:docMk/>
            <pc:sldMk cId="722780103" sldId="356"/>
            <ac:spMk id="28" creationId="{E1A6A13E-D079-4787-BA2C-26179E45E0AB}"/>
          </ac:spMkLst>
        </pc:spChg>
      </pc:sldChg>
      <pc:sldChg chg="modSp add mod">
        <pc:chgData name="Boerger, Andrew" userId="0c0bc9a9-2163-4dfe-8380-dffe9bae854a" providerId="ADAL" clId="{517DB387-D46D-4360-A89D-0AB2A58C50C0}" dt="2026-09-09T16:14:23.076" v="449" actId="27636"/>
        <pc:sldMkLst>
          <pc:docMk/>
          <pc:sldMk cId="1525687368" sldId="357"/>
        </pc:sldMkLst>
        <pc:spChg chg="mod">
          <ac:chgData name="Boerger, Andrew" userId="0c0bc9a9-2163-4dfe-8380-dffe9bae854a" providerId="ADAL" clId="{517DB387-D46D-4360-A89D-0AB2A58C50C0}" dt="2026-09-09T16:14:23.073" v="447" actId="27636"/>
          <ac:spMkLst>
            <pc:docMk/>
            <pc:sldMk cId="1525687368" sldId="357"/>
            <ac:spMk id="101" creationId="{00000000-0000-0000-0000-000000000000}"/>
          </ac:spMkLst>
        </pc:spChg>
        <pc:spChg chg="mod">
          <ac:chgData name="Boerger, Andrew" userId="0c0bc9a9-2163-4dfe-8380-dffe9bae854a" providerId="ADAL" clId="{517DB387-D46D-4360-A89D-0AB2A58C50C0}" dt="2026-09-09T16:14:23.070" v="445" actId="27636"/>
          <ac:spMkLst>
            <pc:docMk/>
            <pc:sldMk cId="1525687368" sldId="357"/>
            <ac:spMk id="105" creationId="{00000000-0000-0000-0000-000000000000}"/>
          </ac:spMkLst>
        </pc:spChg>
        <pc:spChg chg="mod">
          <ac:chgData name="Boerger, Andrew" userId="0c0bc9a9-2163-4dfe-8380-dffe9bae854a" providerId="ADAL" clId="{517DB387-D46D-4360-A89D-0AB2A58C50C0}" dt="2026-09-09T16:14:23.072" v="446" actId="27636"/>
          <ac:spMkLst>
            <pc:docMk/>
            <pc:sldMk cId="1525687368" sldId="357"/>
            <ac:spMk id="109" creationId="{00000000-0000-0000-0000-000000000000}"/>
          </ac:spMkLst>
        </pc:spChg>
        <pc:spChg chg="mod">
          <ac:chgData name="Boerger, Andrew" userId="0c0bc9a9-2163-4dfe-8380-dffe9bae854a" providerId="ADAL" clId="{517DB387-D46D-4360-A89D-0AB2A58C50C0}" dt="2026-09-09T16:14:23.069" v="444" actId="27636"/>
          <ac:spMkLst>
            <pc:docMk/>
            <pc:sldMk cId="1525687368" sldId="357"/>
            <ac:spMk id="113" creationId="{00000000-0000-0000-0000-000000000000}"/>
          </ac:spMkLst>
        </pc:spChg>
        <pc:spChg chg="mod">
          <ac:chgData name="Boerger, Andrew" userId="0c0bc9a9-2163-4dfe-8380-dffe9bae854a" providerId="ADAL" clId="{517DB387-D46D-4360-A89D-0AB2A58C50C0}" dt="2026-09-09T16:14:23.066" v="442" actId="27636"/>
          <ac:spMkLst>
            <pc:docMk/>
            <pc:sldMk cId="1525687368" sldId="357"/>
            <ac:spMk id="117" creationId="{00000000-0000-0000-0000-000000000000}"/>
          </ac:spMkLst>
        </pc:spChg>
        <pc:spChg chg="mod">
          <ac:chgData name="Boerger, Andrew" userId="0c0bc9a9-2163-4dfe-8380-dffe9bae854a" providerId="ADAL" clId="{517DB387-D46D-4360-A89D-0AB2A58C50C0}" dt="2026-09-09T16:14:23.067" v="443" actId="27636"/>
          <ac:spMkLst>
            <pc:docMk/>
            <pc:sldMk cId="1525687368" sldId="357"/>
            <ac:spMk id="121" creationId="{00000000-0000-0000-0000-000000000000}"/>
          </ac:spMkLst>
        </pc:spChg>
        <pc:spChg chg="mod">
          <ac:chgData name="Boerger, Andrew" userId="0c0bc9a9-2163-4dfe-8380-dffe9bae854a" providerId="ADAL" clId="{517DB387-D46D-4360-A89D-0AB2A58C50C0}" dt="2026-09-09T16:14:23.074" v="448" actId="27636"/>
          <ac:spMkLst>
            <pc:docMk/>
            <pc:sldMk cId="1525687368" sldId="357"/>
            <ac:spMk id="125" creationId="{00000000-0000-0000-0000-000000000000}"/>
          </ac:spMkLst>
        </pc:spChg>
        <pc:spChg chg="mod">
          <ac:chgData name="Boerger, Andrew" userId="0c0bc9a9-2163-4dfe-8380-dffe9bae854a" providerId="ADAL" clId="{517DB387-D46D-4360-A89D-0AB2A58C50C0}" dt="2026-09-09T16:14:23.076" v="449" actId="27636"/>
          <ac:spMkLst>
            <pc:docMk/>
            <pc:sldMk cId="1525687368" sldId="357"/>
            <ac:spMk id="129" creationId="{00000000-0000-0000-0000-000000000000}"/>
          </ac:spMkLst>
        </pc:spChg>
        <pc:spChg chg="mod">
          <ac:chgData name="Boerger, Andrew" userId="0c0bc9a9-2163-4dfe-8380-dffe9bae854a" providerId="ADAL" clId="{517DB387-D46D-4360-A89D-0AB2A58C50C0}" dt="2026-09-09T16:14:23.064" v="441" actId="27636"/>
          <ac:spMkLst>
            <pc:docMk/>
            <pc:sldMk cId="1525687368" sldId="357"/>
            <ac:spMk id="200" creationId="{00000000-0000-0000-0000-000000000000}"/>
          </ac:spMkLst>
        </pc:spChg>
      </pc:sldChg>
      <pc:sldChg chg="add">
        <pc:chgData name="Boerger, Andrew" userId="0c0bc9a9-2163-4dfe-8380-dffe9bae854a" providerId="ADAL" clId="{517DB387-D46D-4360-A89D-0AB2A58C50C0}" dt="2026-09-09T16:16:13.461" v="450"/>
        <pc:sldMkLst>
          <pc:docMk/>
          <pc:sldMk cId="1726360764" sldId="358"/>
        </pc:sldMkLst>
      </pc:sldChg>
      <pc:sldChg chg="modSp add mod">
        <pc:chgData name="Boerger, Andrew" userId="0c0bc9a9-2163-4dfe-8380-dffe9bae854a" providerId="ADAL" clId="{517DB387-D46D-4360-A89D-0AB2A58C50C0}" dt="2026-09-09T16:18:00.280" v="482" actId="27636"/>
        <pc:sldMkLst>
          <pc:docMk/>
          <pc:sldMk cId="824494094" sldId="359"/>
        </pc:sldMkLst>
        <pc:spChg chg="mod">
          <ac:chgData name="Boerger, Andrew" userId="0c0bc9a9-2163-4dfe-8380-dffe9bae854a" providerId="ADAL" clId="{517DB387-D46D-4360-A89D-0AB2A58C50C0}" dt="2026-09-09T16:18:00.264" v="481" actId="27636"/>
          <ac:spMkLst>
            <pc:docMk/>
            <pc:sldMk cId="824494094" sldId="359"/>
            <ac:spMk id="131" creationId="{00000000-0000-0000-0000-000000000000}"/>
          </ac:spMkLst>
        </pc:spChg>
        <pc:spChg chg="mod">
          <ac:chgData name="Boerger, Andrew" userId="0c0bc9a9-2163-4dfe-8380-dffe9bae854a" providerId="ADAL" clId="{517DB387-D46D-4360-A89D-0AB2A58C50C0}" dt="2026-09-09T16:18:00.230" v="479" actId="27636"/>
          <ac:spMkLst>
            <pc:docMk/>
            <pc:sldMk cId="824494094" sldId="359"/>
            <ac:spMk id="133" creationId="{00000000-0000-0000-0000-000000000000}"/>
          </ac:spMkLst>
        </pc:spChg>
        <pc:spChg chg="mod">
          <ac:chgData name="Boerger, Andrew" userId="0c0bc9a9-2163-4dfe-8380-dffe9bae854a" providerId="ADAL" clId="{517DB387-D46D-4360-A89D-0AB2A58C50C0}" dt="2026-09-09T16:18:00.239" v="480" actId="27636"/>
          <ac:spMkLst>
            <pc:docMk/>
            <pc:sldMk cId="824494094" sldId="359"/>
            <ac:spMk id="135" creationId="{00000000-0000-0000-0000-000000000000}"/>
          </ac:spMkLst>
        </pc:spChg>
        <pc:spChg chg="mod">
          <ac:chgData name="Boerger, Andrew" userId="0c0bc9a9-2163-4dfe-8380-dffe9bae854a" providerId="ADAL" clId="{517DB387-D46D-4360-A89D-0AB2A58C50C0}" dt="2026-09-09T16:18:00.280" v="482" actId="27636"/>
          <ac:spMkLst>
            <pc:docMk/>
            <pc:sldMk cId="824494094" sldId="359"/>
            <ac:spMk id="137" creationId="{00000000-0000-0000-0000-000000000000}"/>
          </ac:spMkLst>
        </pc:spChg>
      </pc:sldChg>
      <pc:sldMasterChg chg="addSldLayout delSldLayout">
        <pc:chgData name="Boerger, Andrew" userId="0c0bc9a9-2163-4dfe-8380-dffe9bae854a" providerId="ADAL" clId="{517DB387-D46D-4360-A89D-0AB2A58C50C0}" dt="2026-09-09T16:18:00.158" v="477"/>
        <pc:sldMasterMkLst>
          <pc:docMk/>
          <pc:sldMasterMk cId="0" sldId="2147483648"/>
        </pc:sldMasterMkLst>
        <pc:sldLayoutChg chg="del">
          <pc:chgData name="Boerger, Andrew" userId="0c0bc9a9-2163-4dfe-8380-dffe9bae854a" providerId="ADAL" clId="{517DB387-D46D-4360-A89D-0AB2A58C50C0}" dt="2026-09-08T18:52:39.224" v="22"/>
          <pc:sldLayoutMkLst>
            <pc:docMk/>
            <pc:sldMasterMk cId="0" sldId="2147483648"/>
            <pc:sldLayoutMk cId="0" sldId="2147483650"/>
          </pc:sldLayoutMkLst>
        </pc:sldLayoutChg>
        <pc:sldLayoutChg chg="add del">
          <pc:chgData name="Boerger, Andrew" userId="0c0bc9a9-2163-4dfe-8380-dffe9bae854a" providerId="ADAL" clId="{517DB387-D46D-4360-A89D-0AB2A58C50C0}" dt="2026-09-09T16:05:30.822" v="353" actId="47"/>
          <pc:sldLayoutMkLst>
            <pc:docMk/>
            <pc:sldMasterMk cId="0" sldId="2147483648"/>
            <pc:sldLayoutMk cId="0" sldId="2147483651"/>
          </pc:sldLayoutMkLst>
        </pc:sldLayoutChg>
        <pc:sldLayoutChg chg="add">
          <pc:chgData name="Boerger, Andrew" userId="0c0bc9a9-2163-4dfe-8380-dffe9bae854a" providerId="ADAL" clId="{517DB387-D46D-4360-A89D-0AB2A58C50C0}" dt="2026-09-09T16:07:47.217" v="356"/>
          <pc:sldLayoutMkLst>
            <pc:docMk/>
            <pc:sldMasterMk cId="0" sldId="2147483648"/>
            <pc:sldLayoutMk cId="0" sldId="2147483652"/>
          </pc:sldLayoutMkLst>
        </pc:sldLayoutChg>
        <pc:sldLayoutChg chg="add">
          <pc:chgData name="Boerger, Andrew" userId="0c0bc9a9-2163-4dfe-8380-dffe9bae854a" providerId="ADAL" clId="{517DB387-D46D-4360-A89D-0AB2A58C50C0}" dt="2026-09-09T16:07:51.764" v="357"/>
          <pc:sldLayoutMkLst>
            <pc:docMk/>
            <pc:sldMasterMk cId="0" sldId="2147483648"/>
            <pc:sldLayoutMk cId="0" sldId="2147483653"/>
          </pc:sldLayoutMkLst>
        </pc:sldLayoutChg>
        <pc:sldLayoutChg chg="add">
          <pc:chgData name="Boerger, Andrew" userId="0c0bc9a9-2163-4dfe-8380-dffe9bae854a" providerId="ADAL" clId="{517DB387-D46D-4360-A89D-0AB2A58C50C0}" dt="2026-09-09T16:07:58.002" v="358"/>
          <pc:sldLayoutMkLst>
            <pc:docMk/>
            <pc:sldMasterMk cId="0" sldId="2147483648"/>
            <pc:sldLayoutMk cId="0" sldId="2147483654"/>
          </pc:sldLayoutMkLst>
        </pc:sldLayoutChg>
        <pc:sldLayoutChg chg="add">
          <pc:chgData name="Boerger, Andrew" userId="0c0bc9a9-2163-4dfe-8380-dffe9bae854a" providerId="ADAL" clId="{517DB387-D46D-4360-A89D-0AB2A58C50C0}" dt="2026-09-09T16:08:03.974" v="359"/>
          <pc:sldLayoutMkLst>
            <pc:docMk/>
            <pc:sldMasterMk cId="0" sldId="2147483648"/>
            <pc:sldLayoutMk cId="0" sldId="2147483655"/>
          </pc:sldLayoutMkLst>
        </pc:sldLayoutChg>
        <pc:sldLayoutChg chg="add">
          <pc:chgData name="Boerger, Andrew" userId="0c0bc9a9-2163-4dfe-8380-dffe9bae854a" providerId="ADAL" clId="{517DB387-D46D-4360-A89D-0AB2A58C50C0}" dt="2026-09-09T16:09:05.403" v="365"/>
          <pc:sldLayoutMkLst>
            <pc:docMk/>
            <pc:sldMasterMk cId="0" sldId="2147483648"/>
            <pc:sldLayoutMk cId="0" sldId="2147483656"/>
          </pc:sldLayoutMkLst>
        </pc:sldLayoutChg>
        <pc:sldLayoutChg chg="add">
          <pc:chgData name="Boerger, Andrew" userId="0c0bc9a9-2163-4dfe-8380-dffe9bae854a" providerId="ADAL" clId="{517DB387-D46D-4360-A89D-0AB2A58C50C0}" dt="2026-09-09T16:09:34.830" v="376"/>
          <pc:sldLayoutMkLst>
            <pc:docMk/>
            <pc:sldMasterMk cId="0" sldId="2147483648"/>
            <pc:sldLayoutMk cId="0" sldId="2147483657"/>
          </pc:sldLayoutMkLst>
        </pc:sldLayoutChg>
        <pc:sldLayoutChg chg="add">
          <pc:chgData name="Boerger, Andrew" userId="0c0bc9a9-2163-4dfe-8380-dffe9bae854a" providerId="ADAL" clId="{517DB387-D46D-4360-A89D-0AB2A58C50C0}" dt="2026-09-09T16:10:29.955" v="387"/>
          <pc:sldLayoutMkLst>
            <pc:docMk/>
            <pc:sldMasterMk cId="0" sldId="2147483648"/>
            <pc:sldLayoutMk cId="0" sldId="2147483658"/>
          </pc:sldLayoutMkLst>
        </pc:sldLayoutChg>
        <pc:sldLayoutChg chg="add">
          <pc:chgData name="Boerger, Andrew" userId="0c0bc9a9-2163-4dfe-8380-dffe9bae854a" providerId="ADAL" clId="{517DB387-D46D-4360-A89D-0AB2A58C50C0}" dt="2026-09-09T16:10:56.708" v="398"/>
          <pc:sldLayoutMkLst>
            <pc:docMk/>
            <pc:sldMasterMk cId="0" sldId="2147483648"/>
            <pc:sldLayoutMk cId="0" sldId="2147483659"/>
          </pc:sldLayoutMkLst>
        </pc:sldLayoutChg>
        <pc:sldLayoutChg chg="add">
          <pc:chgData name="Boerger, Andrew" userId="0c0bc9a9-2163-4dfe-8380-dffe9bae854a" providerId="ADAL" clId="{517DB387-D46D-4360-A89D-0AB2A58C50C0}" dt="2026-09-09T16:11:20.277" v="409"/>
          <pc:sldLayoutMkLst>
            <pc:docMk/>
            <pc:sldMasterMk cId="0" sldId="2147483648"/>
            <pc:sldLayoutMk cId="0" sldId="2147483660"/>
          </pc:sldLayoutMkLst>
        </pc:sldLayoutChg>
        <pc:sldLayoutChg chg="add">
          <pc:chgData name="Boerger, Andrew" userId="0c0bc9a9-2163-4dfe-8380-dffe9bae854a" providerId="ADAL" clId="{517DB387-D46D-4360-A89D-0AB2A58C50C0}" dt="2026-09-09T16:11:55.461" v="412"/>
          <pc:sldLayoutMkLst>
            <pc:docMk/>
            <pc:sldMasterMk cId="0" sldId="2147483648"/>
            <pc:sldLayoutMk cId="0" sldId="2147483661"/>
          </pc:sldLayoutMkLst>
        </pc:sldLayoutChg>
        <pc:sldLayoutChg chg="add">
          <pc:chgData name="Boerger, Andrew" userId="0c0bc9a9-2163-4dfe-8380-dffe9bae854a" providerId="ADAL" clId="{517DB387-D46D-4360-A89D-0AB2A58C50C0}" dt="2026-09-09T16:12:25.693" v="418"/>
          <pc:sldLayoutMkLst>
            <pc:docMk/>
            <pc:sldMasterMk cId="0" sldId="2147483648"/>
            <pc:sldLayoutMk cId="0" sldId="2147483662"/>
          </pc:sldLayoutMkLst>
        </pc:sldLayoutChg>
        <pc:sldLayoutChg chg="add">
          <pc:chgData name="Boerger, Andrew" userId="0c0bc9a9-2163-4dfe-8380-dffe9bae854a" providerId="ADAL" clId="{517DB387-D46D-4360-A89D-0AB2A58C50C0}" dt="2026-09-09T16:14:23.037" v="439"/>
          <pc:sldLayoutMkLst>
            <pc:docMk/>
            <pc:sldMasterMk cId="0" sldId="2147483648"/>
            <pc:sldLayoutMk cId="0" sldId="2147483663"/>
          </pc:sldLayoutMkLst>
        </pc:sldLayoutChg>
        <pc:sldLayoutChg chg="add">
          <pc:chgData name="Boerger, Andrew" userId="0c0bc9a9-2163-4dfe-8380-dffe9bae854a" providerId="ADAL" clId="{517DB387-D46D-4360-A89D-0AB2A58C50C0}" dt="2026-09-09T16:16:13.461" v="450"/>
          <pc:sldLayoutMkLst>
            <pc:docMk/>
            <pc:sldMasterMk cId="0" sldId="2147483648"/>
            <pc:sldLayoutMk cId="0" sldId="2147483664"/>
          </pc:sldLayoutMkLst>
        </pc:sldLayoutChg>
        <pc:sldLayoutChg chg="add">
          <pc:chgData name="Boerger, Andrew" userId="0c0bc9a9-2163-4dfe-8380-dffe9bae854a" providerId="ADAL" clId="{517DB387-D46D-4360-A89D-0AB2A58C50C0}" dt="2026-09-09T16:18:00.158" v="477"/>
          <pc:sldLayoutMkLst>
            <pc:docMk/>
            <pc:sldMasterMk cId="0" sldId="2147483648"/>
            <pc:sldLayoutMk cId="0"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00:00–01:00</a:t>
            </a:r>
          </a:p>
          <a:p>
            <a:endParaRPr/>
          </a:p>
          <a:p>
            <a:r>
              <a:t>Introduce yourself. Ask for a show of hands: SQL Server, Power BI, Fabric, dbt. Everyone who can read a SELECT is welcome. This session uses dbt Core and a fictional order dataset. No dbt subscription is needed for the demos. By the end, attendees should be able to explain a model, read a dependency, interpret a failing test, and choose an adapter.</a:t>
            </a:r>
          </a:p>
          <a:p>
            <a:endParaRPr/>
          </a:p>
          <a:p>
            <a:r>
              <a:t>[Sources]</a:t>
            </a:r>
          </a:p>
          <a:p>
            <a:r>
              <a:t>https://docs.getdbt.com/docs/introduction</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01:00–03:00</a:t>
            </a:r>
          </a:p>
          <a:p>
            <a:endParaRPr/>
          </a:p>
          <a:p>
            <a:r>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03:00–05:00</a:t>
            </a:r>
          </a:p>
          <a:p>
            <a:endParaRPr/>
          </a:p>
          <a:p>
            <a:r>
              <a:t>Define dbt as data build tool: a framework for developing, testing and documenting data transformations. A dbt model and a Power BI semantic model are different layers. Expand ELT once: extract, load, transform. Keep ingestion, transformation and serving distinct. In a lakehouse design, dbt can own selected Silver or Gold transformations after data is landed. It need not own every layer. dbt does not automatically ingest SAP, schedule source extraction, or create a Power BI semantic model.</a:t>
            </a:r>
          </a:p>
          <a:p>
            <a:endParaRPr/>
          </a:p>
          <a:p>
            <a:r>
              <a:t>[Sources]</a:t>
            </a:r>
          </a:p>
          <a:p>
            <a:r>
              <a:t>https://docs.getdbt.com/docs/introduction</a:t>
            </a:r>
          </a:p>
          <a:p>
            <a:r>
              <a:t>https://docs.getdbt.com/docs/build/sql-models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05:00 (30 seconds, or skip)</a:t>
            </a:r>
          </a:p>
          <a:p/>
          <a:p>
            <a:r>
              <a:t>Vendor-reported adoption figures, checked September 2026. The point for a Microsoft audience: the workflow is the industry default, and Fabric now has first-party adapters (dbt-fabric, dbt-fabricspark) plus a native dbt job item, so the skills transfer in both directions. Re-verify the figures before presenting.</a:t>
            </a:r>
          </a:p>
          <a:p/>
          <a:p>
            <a:r>
              <a:t>[Sources]</a:t>
            </a:r>
          </a:p>
          <a:p>
            <a:r>
              <a:t>https://learn.microsoft.com/fabric/data-factory/dbt-job-overview</a:t>
            </a:r>
          </a:p>
          <a:p>
            <a:r>
              <a:t>https://github.com/microsoft/dbt-fabric</a:t>
            </a:r>
          </a:p>
          <a:p>
            <a:r>
              <a:t>https://github.com/microsoft/dbt-fabricspark</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Appendix</a:t>
            </a:r>
          </a:p>
          <a:p>
            <a:endParaRPr/>
          </a:p>
          <a:p>
            <a:r>
              <a:t>Avoid conflating the open-source Core project with a paid managed service or assuming every Python adapter runs in Fusion. The teaching project intentionally targets Core. Discuss commercial options only if asked; no pricing claims are made.</a:t>
            </a:r>
          </a:p>
          <a:p>
            <a:endParaRPr/>
          </a:p>
          <a:p>
            <a:r>
              <a:t>[Sources]</a:t>
            </a:r>
          </a:p>
          <a:p>
            <a:r>
              <a:t>https://docs.getdbt.com/docs/introduction</a:t>
            </a:r>
          </a:p>
          <a:p>
            <a:r>
              <a:t>https://docs.getdbt.com/docs/dbt/supported-features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05:00–06:30</a:t>
            </a:r>
          </a:p>
          <a:p>
            <a:endParaRPr/>
          </a:p>
          <a:p>
            <a:r>
              <a:t>Distinguish where the dbt process runs from where transformation compute runs. A laptop can issue work to SQL Server or Fabric Spark. Moving that process to a build agent changes the host and credentials, not the business SQL. The Core CLI does not need to be installed on the database server.</a:t>
            </a:r>
          </a:p>
          <a:p>
            <a:endParaRPr/>
          </a:p>
          <a:p>
            <a:r>
              <a:t>[Sources]</a:t>
            </a:r>
          </a:p>
          <a:p>
            <a:r>
              <a:t>https://docs.getdbt.com/docs/build/sql-models</a:t>
            </a:r>
          </a:p>
          <a:p>
            <a:r>
              <a:t>https://docs.getdbt.com/docs/deploy/deployments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06:30–07:15</a:t>
            </a:r>
          </a:p>
          <a:p/>
          <a:p>
            <a:r>
              <a:t>Eight words, one screen. Use the project's own examples: stg_orders is a model, raw_orders.csv is a seed that lands in the raw schema, source('ecom', 'raw_orders') is how the staging model reads it, ref('orders') is how customers reads the orders mart. Today's raw tables are seeds loaded once and then declared as sources — that is the shape a real project has, with ingestion replacing the seed. One profiles.yml holds three targets; the target, not the model, picks the adapter.</a:t>
            </a:r>
          </a:p>
          <a:p/>
          <a:p>
            <a:r>
              <a:t>[Sources]</a:t>
            </a:r>
          </a:p>
          <a:p>
            <a:r>
              <a:t>https://docs.getdbt.com/docs/build/sources</a:t>
            </a:r>
          </a:p>
          <a:p>
            <a:r>
              <a:t>https://docs.getdbt.com/docs/core/connect-data-platform/profiles.yml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06:30–08:00</a:t>
            </a:r>
          </a:p>
          <a:p/>
          <a:p>
            <a:r>
              <a:t>Preview the project tree, but defer terminal execution. The Jaffle Shop project has six raw CSVs (seeds), six staging views and six marts; the order branch (stg_orders → order_items → orders → customers) is the one we follow all hour. Seeds stand in for ingestion: they are loaded once per engine and declared as sources. Explain that the YAML filename can vary; dbt_project.yml is special. Distinguish the project from the installed adapter.</a:t>
            </a:r>
          </a:p>
          <a:p/>
          <a:p>
            <a:r>
              <a:t>[Sources]</a:t>
            </a:r>
          </a:p>
          <a:p>
            <a:r>
              <a:t>https://docs.getdbt.com/docs/build/sql-models</a:t>
            </a:r>
          </a:p>
          <a:p>
            <a:r>
              <a:t>https://docs.getdbt.com/docs/build/data-tests</a:t>
            </a:r>
          </a:p>
          <a:p>
            <a:r>
              <a:t>https://github.com/dbt-labs/jaffle-shop</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08:00–10:00</a:t>
            </a:r>
          </a:p>
          <a:p/>
          <a:p>
            <a:r>
              <a:t>Introduce DAG as directed acyclic graph, then say dependency graph thereafter. Show source() and ref() in one line each: staging models read the raw tables through source('ecom', …); marts read other models through ref(). cents_to_dollars is a project macro — mention it, do not explain Jinja yet. In the actual graph five source branches join at order_items and orders; this slide follows only the order branch. A seed becomes a source node only because __sources.yml declares it.</a:t>
            </a:r>
          </a:p>
          <a:p/>
          <a:p>
            <a:r>
              <a:t>[Sources]</a:t>
            </a:r>
          </a:p>
          <a:p>
            <a:r>
              <a:t>https://docs.getdbt.com/reference/dbt-jinja-functions/ref</a:t>
            </a:r>
          </a:p>
          <a:p>
            <a:r>
              <a:t>https://docs.getdbt.com/docs/build/sources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19:00–22:00</a:t>
            </a:r>
          </a:p>
          <a:p/>
          <a:p>
            <a:r>
              <a:t>A model is logical SQL; materialization is the build strategy. Our project defaults to views for staging and tables for marts on all three engines, set once in dbt_project.yml. A table-to-view switch on stg_orders is a good optional ten-second edit. Ephemeral embeds SQL in consumers; materialized_view and friends are adapter-dependent. Incremental is not automatic CDC and should not be the first live demo.</a:t>
            </a:r>
          </a:p>
          <a:p/>
          <a:p>
            <a:r>
              <a:t>[Sources]</a:t>
            </a:r>
          </a:p>
          <a:p>
            <a:r>
              <a:t>https://docs.getdbt.com/docs/build/materializations</a:t>
            </a:r>
          </a:p>
          <a:p>
            <a:r>
              <a:t>https://docs.getdbt.com/docs/build/incremental-models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08:00–10:00 (shared with slide 9)</a:t>
            </a:r>
          </a:p>
          <a:p/>
          <a:p>
            <a:r>
              <a:t>Read the graph left to right: sources, staging, marts, with tests hanging off the model they check. The reconciliation test sits on stg_orders — the earliest point where cents and dollars can be confused. In the full project five source branches join at order_items and orders; this slide follows only the order and customer branches. Selection syntax: +customers builds everything customers needs; stg_orders+ rebuilds everything that depends on stg_orders — that is the Demo 2 command.</a:t>
            </a:r>
          </a:p>
          <a:p/>
          <a:p>
            <a:r>
              <a:t>[Sources]</a:t>
            </a:r>
          </a:p>
          <a:p>
            <a:r>
              <a:t>https://docs.getdbt.com/reference/node-selection/syntax</a:t>
            </a:r>
          </a:p>
          <a:p>
            <a:r>
              <a:t>https://docs.getdbt.com/docs/build/jinja-macros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22:00–24:00</a:t>
            </a:r>
          </a:p>
          <a:p/>
          <a:p>
            <a:r>
              <a:t>Our demo uses unique, not_null, accepted_values, relationships and dbt_utils.expression_is_true, plus three unit tests from the upstream project. Ask which test would catch a duplicate key and which would catch the cents-versus-dollars slip we cause in Demo 2. Data tests are queries over built data; unit tests use controlled inputs to check model logic. Note the arguments: key — dbt 1.10+ syntax for generic test parameters.</a:t>
            </a:r>
          </a:p>
          <a:p/>
          <a:p>
            <a:r>
              <a:t>[Sources]</a:t>
            </a:r>
          </a:p>
          <a:p>
            <a:r>
              <a:t>https://docs.getdbt.com/docs/build/data-tests</a:t>
            </a:r>
          </a:p>
          <a:p>
            <a:r>
              <a:t>https://docs.getdbt.com/docs/build/unit-tests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22:00–24:00 (shared with slide 12)</a:t>
            </a:r>
          </a:p>
          <a:p/>
          <a:p>
            <a:r>
              <a:t>Walk the real customers.yml: the description states the grain and the new/returning rule; customer_id gets not_null and unique; customer_type gets accepted_values; the model-level expression_is_true reconciles pretax + tax = spend. The same file feeds the docs site in Demo 3, so a reviewer sees the SELECT, the expectation and the documentation in one pull request.</a:t>
            </a:r>
          </a:p>
          <a:p/>
          <a:p>
            <a:r>
              <a:t>[Sources]</a:t>
            </a:r>
          </a:p>
          <a:p>
            <a:r>
              <a:t>https://docs.getdbt.com/reference/resource-properties/data-tests</a:t>
            </a:r>
          </a:p>
          <a:p>
            <a:r>
              <a:t>https://github.com/dbt-labs/dbt-utils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10:00–19:00</a:t>
            </a:r>
          </a:p>
          <a:p/>
          <a:p>
            <a:r>
              <a:t>Demo 1 in docs/runbook.md. Fabric Warehouse: .venv-warehouse, dbt build (default target). The raw tables were seeded before the talk; dbt build touches models and tests only, because seeds are disabled unless load_source_data is set. Show __sources.yml, stg_orders.sql and customers.yml, then run dbt build after explaining the command (48 nodes, about one to two minutes). Open target/compiled/jaffle_shop/models/marts/customers.sql for the resolved names. Query: select customer_type, count(*), sum(lifetime_spend) from jaffle_shop.customers group by customer_type — expected new 6 / 113.48, returning 929 / 671,311.89, total 935 / 671,425.37. Ask the audience why only 6 customers are 'new' (a year of data, regulars). Keep code readable; spend no live time installing tools.</a:t>
            </a:r>
          </a:p>
          <a:p/>
          <a:p>
            <a:r>
              <a:t>[Sources]</a:t>
            </a:r>
          </a:p>
          <a:p>
            <a:r>
              <a:t>https://github.com/aboerger/getting-started-with-dbt (docs/runbook.md)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24:00–33:00</a:t>
            </a:r>
          </a:p>
          <a:p/>
          <a:p>
            <a:r>
              <a:t>Demo 2. Ask for a prediction first: tax in cents makes lifetime_spend several times too large and no single row looks wrong. Run tools\scenario.ps1 break (it edits one line of stg_orders.sql so tax_paid no longer goes through cents_to_dollars), show the diff in Git, then dbt build --select stg_orders+. The reconciliation test order_total - tax_paid = subtotal fails for every row; the three downstream marts, their tests and unit tests are skipped; the previously built tables still exist and still hold correct numbers. Open the compiled test SQL under target/compiled and run_results.json. Repair with tools\scenario.ps1 reset (a git checkout), rebuild, see the green recovery. If time remains, break accepted_values instead by returning 'Returning' from customers.sql; do not sacrifice the recovery step.</a:t>
            </a:r>
          </a:p>
          <a:p/>
          <a:p>
            <a:r>
              <a:t>[Sources]</a:t>
            </a:r>
          </a:p>
          <a:p>
            <a:r>
              <a:t>https://github.com/aboerger/getting-started-with-dbt (tools/scenario.ps1, docs/runbook.md)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33:00–35:00</a:t>
            </a:r>
          </a:p>
          <a:p>
            <a:endParaRPr/>
          </a:p>
          <a:p>
            <a:r>
              <a:t>A successful build is not proof that every business rule is correct. Data tests are not database constraints and do not prevent later writes. dbt build is not a whole-project transaction or a universal publish gate. To hide invalid data from readers, use isolated build targets and a deliberate promotion mechanism. The failure demo is in a sandbox.</a:t>
            </a:r>
          </a:p>
          <a:p>
            <a:endParaRPr/>
          </a:p>
          <a:p>
            <a:r>
              <a:t>[Sources]</a:t>
            </a:r>
          </a:p>
          <a:p>
            <a:r>
              <a:t>https://docs.getdbt.com/docs/build/data-tests</a:t>
            </a:r>
          </a:p>
          <a:p>
            <a:r>
              <a:t>https://docs.getdbt.com/reference/commands/build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35:00–39:00</a:t>
            </a:r>
          </a:p>
          <a:p/>
          <a:p>
            <a:r>
              <a:t>Demo 3. Open the locally generated dbt docs (generate them before the talk: dbt docs generate; dbt docs serve --port 8080), find customers, read the description and columns, open the lineage graph and expand upstream: five sources, five staging views, order_items, orders. Then show dbt ls --select +customers and stg_orders+. Ask which model must change if the definition of a returning customer changes (customers.sql only, and its YAML). Do not regenerate docs on a slow connection if the rehearsed copy is already open. Show real generated docs, not a screenshot.</a:t>
            </a:r>
          </a:p>
          <a:p/>
          <a:p>
            <a:r>
              <a:t>[Sources]</a:t>
            </a:r>
          </a:p>
          <a:p>
            <a:r>
              <a:t>https://docs.getdbt.com/reference/commands/cmd-docs</a:t>
            </a:r>
          </a:p>
          <a:p>
            <a:r>
              <a:t>https://docs.getdbt.com/reference/node-selection/syntax</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42:00–44:00</a:t>
            </a:r>
          </a:p>
          <a:p/>
          <a:p>
            <a:r>
              <a:t>Keep platform branding subordinate to the adapter mapping. The Fabric adapters are Microsoft-maintained; dbt-sqlserver is community-maintained (dbt-msft). dbt-fabric 1.10+ uses the mssql-python driver, so no ODBC driver install; dbt-sqlserver still defaults to pyodbc and ODBC Driver 18. Fabric SQL database is Azure SQL technology: dbt-sqlserver connects and builds our project in rehearsal, but the adapter pages do not certify it — say so. This training uses Core; availability in hosted dbt or Fusion is a separate question. Do not use the Lakehouse SQL analytics endpoint for table-building dbt workloads.</a:t>
            </a:r>
          </a:p>
          <a:p/>
          <a:p>
            <a:r>
              <a:t>[Sources]</a:t>
            </a:r>
          </a:p>
          <a:p>
            <a:r>
              <a:t>https://docs.getdbt.com/docs/core/connect-data-platform/fabric-setup</a:t>
            </a:r>
          </a:p>
          <a:p>
            <a:r>
              <a:t>https://docs.getdbt.com/docs/core/connect-data-platform/fabricspark-setup</a:t>
            </a:r>
          </a:p>
          <a:p>
            <a:r>
              <a:t>https://docs.getdbt.com/docs/core/connect-data-platform/mssql-setup</a:t>
            </a:r>
          </a:p>
          <a:p>
            <a:r>
              <a:t>https://pypi.org/project/dbt-fabric/</a:t>
            </a:r>
          </a:p>
          <a:p>
            <a:r>
              <a:t>https://pypi.org/project/dbt-fabricspark/</a:t>
            </a:r>
          </a:p>
          <a:p>
            <a:r>
              <a:t>https://pypi.org/project/dbt-sqlserver/</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39:00–42:00</a:t>
            </a:r>
          </a:p>
          <a:p/>
          <a:p>
            <a:r>
              <a:t>The portability claim is workflow and design reuse, not arbitrary SQL translation. The upstream Jaffle Shop used Postgres habits (group by 1, bare boolean columns); porting it to T-SQL took explicit group-by columns and two tiny dispatch macros, to_bool and is_true, next to the upstream cents_to_dollars. Show cents_to_dollars.sql: one macro, one default body, one fabric/sqlserver body. The raw tables are loaded into each engine independently; changing targets does not transfer data. Packages and macros also have support boundaries.</a:t>
            </a:r>
          </a:p>
          <a:p/>
          <a:p>
            <a:r>
              <a:t>[Sources]</a:t>
            </a:r>
          </a:p>
          <a:p>
            <a:r>
              <a:t>https://docs.getdbt.com/reference/dbt-jinja-functions/dispatch</a:t>
            </a:r>
          </a:p>
          <a:p>
            <a:r>
              <a:t>https://docs.getdbt.com/reference/dbt-jinja-functions/cross-database-macros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44:00–49:00</a:t>
            </a:r>
          </a:p>
          <a:p/>
          <a:p>
            <a:r>
              <a:t>Demo 4. Switch to .venv-lakehouse and run dbt build --select customers --target lakehouse (measured 1 min 57 s). Do not run the full project live: every Spark statement costs ~20 s over Livy, so 48 nodes take 7.5 min even with 4 threads - run it before the talk and use that as the recording. The profile's lakehouse output points at LH_Jaffle_Shop (schema-enabled, schema jaffle_shop). Show the same model files, then the compiled customers.sql side by side with the Warehouse version: backticks vs brackets, coalesce(..., false) vs cast(... as bit), decimal vs numeric. Query the Delta table in a notebook or the SQL endpoint: 6 new, 929 returning, total 671,425.37. Use the recording if the session is not ready within 20 seconds. Be explicit that the raw tables were loaded into the Lakehouse separately (CSV upload, Load to table) and that the SQL was designed to be compatible.</a:t>
            </a:r>
          </a:p>
          <a:p/>
          <a:p>
            <a:r>
              <a:t>[Sources]</a:t>
            </a:r>
          </a:p>
          <a:p>
            <a:r>
              <a:t>https://docs.getdbt.com/docs/core/connect-data-platform/fabricspark-setup</a:t>
            </a:r>
          </a:p>
          <a:p>
            <a:r>
              <a:t>https://github.com/aboerger/getting-started-with-dbt (jaffle_shop/profiles.yml)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49:00–51:00</a:t>
            </a:r>
          </a:p>
          <a:p>
            <a:endParaRPr/>
          </a:p>
          <a:p>
            <a:r>
              <a:t>For the team, connect the example to dbt over curated Lakehouse data. Use type fabricspark and method livy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a:p>
          <a:p>
            <a:r>
              <a:t>[Sources]</a:t>
            </a:r>
          </a:p>
          <a:p>
            <a:r>
              <a:t>https://docs.getdbt.com/docs/local/connect-data-platform/fabricspark-setup</a:t>
            </a:r>
          </a:p>
          <a:p>
            <a:r>
              <a:t>https://github.com/microsoft/dbt-fabricspark/blob/main/README.md</a:t>
            </a:r>
          </a:p>
          <a:p>
            <a:r>
              <a:t>https://pypi.org/project/dbt-fabricspark/</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optional, ~4 minutes taken from the discussion slot</a:t>
            </a:r>
          </a:p>
          <a:p/>
          <a:p>
            <a:r>
              <a:t>Demo 5. Fabric SQL database is Azure SQL Database technology inside Fabric; dbt-sqlserver connects with Entra (CLI) authentication. Switch to .venv-sqldb, run dbt debug --target sqldb, then dbt build --target sqldb: the same 935 customers, 61,948 orders and 671,425.37 total. Be explicit that the adapter targets Azure SQL and is not certified for Fabric SQL database — evaluate, don't promise. Where it would run for real: the Fabric dbt job's Azure SQL adapter with a service principal, or the Azure DevOps pipeline. If skipped, the story still stands with two engines.</a:t>
            </a:r>
          </a:p>
          <a:p/>
          <a:p>
            <a:r>
              <a:t>[Sources]</a:t>
            </a:r>
          </a:p>
          <a:p>
            <a:r>
              <a:t>https://docs.getdbt.com/docs/core/connect-data-platform/mssql-setup</a:t>
            </a:r>
          </a:p>
          <a:p>
            <a:r>
              <a:t>https://learn.microsoft.com/fabric/database/sql/overview</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51:00–53:00</a:t>
            </a:r>
          </a:p>
          <a:p/>
          <a:p>
            <a:r>
              <a:t>Examples: a Microsoft-hosted Azure DevOps agent (Fabric is public; self-hosted only for on-prem targets); the Fabric dbt job pulling the same GitHub folder; NB_dbt_Runner, a Python notebook that runs the same project against any of the three targets; an Airflow task or container where available. These are alternative hosts, not four more live demos — show a finished pipeline run and the notebook output if time allows. Ingestion should complete before transformation; downstream refresh should depend on successful validation. Archive manifest and run_results per run. A Git merge is not itself a data refresh.</a:t>
            </a:r>
          </a:p>
          <a:p/>
          <a:p>
            <a:r>
              <a:t>[Sources]</a:t>
            </a:r>
          </a:p>
          <a:p>
            <a:r>
              <a:t>https://docs.getdbt.com/docs/deploy/deployments</a:t>
            </a:r>
          </a:p>
          <a:p>
            <a:r>
              <a:t>https://docs.getdbt.com/reference/artifacts/dbt-artifacts</a:t>
            </a:r>
          </a:p>
          <a:p>
            <a:r>
              <a:t>https://github.com/aboerger/getting-started-with-dbt (azure-pipelines.yml, workspace/NB_dbt_Runner.Notebook)</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53:00 (one minute, or appendix)</a:t>
            </a:r>
          </a:p>
          <a:p/>
          <a:p>
            <a:r>
              <a:t>Facts checked September 2026 on learn.microsoft.com: runtime v1.0 is dbt Core 1.11 with dbt-fabric 1.10.0, dbt-fabricspark 1.12.2, dbt-sqlserver 1.9.1, dbt-postgres and dbt-snowflake; Lakehouse support and a Data Factory dbt job activity exist; projects can be uploaded, started from the Jaffle Shop sample, or pulled from a GitHub repository (classic PAT, branch, read-only in the UI). No build caching, no state/defer, docs not rendered in Fabric. Our three DBT_Jaffle_Shop_* jobs pull the jaffle_shop folder of this repository on every run. Preview features move — re-check before presenting.</a:t>
            </a:r>
          </a:p>
          <a:p/>
          <a:p>
            <a:r>
              <a:t>[Sources]</a:t>
            </a:r>
          </a:p>
          <a:p>
            <a:r>
              <a:t>https://learn.microsoft.com/fabric/data-factory/dbt-job-overview</a:t>
            </a:r>
          </a:p>
          <a:p>
            <a:r>
              <a:t>https://learn.microsoft.com/fabric/data-factory/dbt-job-configure</a:t>
            </a:r>
          </a:p>
          <a:p>
            <a:r>
              <a:t>https://learn.microsoft.com/fabric/data-factory/dbt-run-github</a:t>
            </a:r>
          </a:p>
          <a:p>
            <a:r>
              <a:t>https://learn.microsoft.com/fabric/data-factory/dbt-job-activity</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53:00–55:00</a:t>
            </a:r>
          </a:p>
          <a:p>
            <a:endParaRPr/>
          </a:p>
          <a:p>
            <a:r>
              <a:t>Return to the opening: one shared workflow helps the next change feel less risky. You do not have to replace every notebook or stored procedure. Ask attendees to choose one painful transformation rather than propose a platform migration. For the internal team, nominate an existing Gold mart as a pilot. For Columbus, choose the backend they already operate.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Appendix</a:t>
            </a:r>
          </a:p>
          <a:p>
            <a:endParaRPr/>
          </a:p>
          <a:p>
            <a:r>
              <a:t>Optional directions after the first successful project. A dbt snapshot is not a backup and does not capture changes that happen and revert between observations. Incremental design requires correctness before speed. Selective state-based CI and defer are follow-up topics, not prerequisites for today.</a:t>
            </a:r>
          </a:p>
          <a:p>
            <a:endParaRPr/>
          </a:p>
          <a:p>
            <a:r>
              <a:t>[Sources]</a:t>
            </a:r>
          </a:p>
          <a:p>
            <a:r>
              <a:t>https://docs.getdbt.com/docs/build/unit-tests</a:t>
            </a:r>
          </a:p>
          <a:p>
            <a:r>
              <a:t>https://docs.getdbt.com/docs/build/jinja-macros</a:t>
            </a:r>
          </a:p>
          <a:p>
            <a:r>
              <a:t>https://docs.getdbt.com/docs/build/incremental-models</a:t>
            </a:r>
          </a:p>
          <a:p>
            <a:r>
              <a:t>https://docs.getdbt.com/docs/build/snapshots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55:00–60:00</a:t>
            </a:r>
          </a:p>
          <a:p>
            <a:endParaRPr/>
          </a:p>
          <a:p>
            <a:r>
              <a:t>Protect five minutes for questions. If the room is quiet, ask: Where does the dbt process run? Does ref copy data between systems? What remains after a failing build? What would you test first? Answer: on a client or runner; no; existing objects can remain; choose an assertion tied to the grain or business rule.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Appendix</a:t>
            </a:r>
          </a:p>
          <a:p>
            <a:endParaRPr/>
          </a:p>
          <a:p>
            <a:r>
              <a:t>Clickable full references are in the instructor guide. Sources for claims throughout the deck are included in speaker notes. The demo runbook contains project setup, expected outputs and recovery steps.</a:t>
            </a:r>
          </a:p>
          <a:p>
            <a:endParaRPr/>
          </a:p>
          <a:p>
            <a:r>
              <a:t>[Sources]</a:t>
            </a:r>
          </a:p>
          <a:p>
            <a:r>
              <a:t>https://docs.getdbt.com/docs/introduction</a:t>
            </a:r>
          </a:p>
          <a:p>
            <a:r>
              <a:t>https://docs.getdbt.com/docs/build/sql-models</a:t>
            </a:r>
          </a:p>
          <a:p>
            <a:r>
              <a:t>https://docs.getdbt.com/docs/build/data-tests</a:t>
            </a:r>
          </a:p>
          <a:p>
            <a:r>
              <a:t>https://docs.getdbt.com/docs/local/connect-data-platform/mssql-setup</a:t>
            </a:r>
          </a:p>
          <a:p>
            <a:r>
              <a:t>https://github.com/microsoft/dbt-fabricspark/blob/main/README.md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9/8/2026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65" r:id="rId3"/>
    <p:sldLayoutId id="2147483664" r:id="rId4"/>
    <p:sldLayoutId id="2147483663" r:id="rId5"/>
    <p:sldLayoutId id="2147483662" r:id="rId6"/>
    <p:sldLayoutId id="2147483661" r:id="rId7"/>
    <p:sldLayoutId id="2147483660" r:id="rId8"/>
    <p:sldLayoutId id="2147483659" r:id="rId9"/>
    <p:sldLayoutId id="2147483658" r:id="rId10"/>
    <p:sldLayoutId id="2147483657" r:id="rId11"/>
    <p:sldLayoutId id="2147483656" r:id="rId12"/>
    <p:sldLayoutId id="2147483655" r:id="rId13"/>
    <p:sldLayoutId id="2147483654" r:id="rId14"/>
    <p:sldLayoutId id="2147483653" r:id="rId15"/>
    <p:sldLayoutId id="2147483651" r:id="rId16"/>
  </p:sldLayoutIdLst>
  <p:hf sldNum="0" hdr="0" ftr="0" dt="0"/>
  <p:txStyles>
    <p:titleStyle>
      <a:lvl1pPr algn="ctr" defTabSz="914411">
        <a:spcBef>
          <a:spcPct val="0"/>
        </a:spcBef>
        <a:buNone/>
        <a:defRPr sz="4400" kern="1200">
          <a:solidFill>
            <a:schemeClr val="tx1"/>
          </a:solidFill>
          <a:latin typeface="+mj-lt"/>
          <a:ea typeface="+mj-lt"/>
          <a:cs typeface="+mj-lt"/>
        </a:defRPr>
      </a:lvl1pPr>
    </p:titleStyle>
    <p:bodyStyle>
      <a:lvl1pPr marL="342904" indent="-342904" algn="l" defTabSz="914411">
        <a:spcBef>
          <a:spcPct val="20000"/>
        </a:spcBef>
        <a:buFont typeface="Arial"/>
        <a:buChar char="•"/>
        <a:defRPr sz="3200" kern="1200">
          <a:solidFill>
            <a:schemeClr val="tx1"/>
          </a:solidFill>
          <a:latin typeface="+mn-lt"/>
          <a:ea typeface="+mn-lt"/>
          <a:cs typeface="+mn-lt"/>
        </a:defRPr>
      </a:lvl1pPr>
      <a:lvl2pPr marL="742959" indent="-285753" algn="l" defTabSz="914411">
        <a:spcBef>
          <a:spcPct val="20000"/>
        </a:spcBef>
        <a:buFont typeface="Arial"/>
        <a:buChar char="–"/>
        <a:defRPr sz="2800" kern="1200">
          <a:solidFill>
            <a:schemeClr val="tx1"/>
          </a:solidFill>
          <a:latin typeface="+mn-lt"/>
          <a:ea typeface="+mn-lt"/>
          <a:cs typeface="+mn-lt"/>
        </a:defRPr>
      </a:lvl2pPr>
      <a:lvl3pPr marL="1143015" indent="-228604" algn="l" defTabSz="914411">
        <a:spcBef>
          <a:spcPct val="20000"/>
        </a:spcBef>
        <a:buFont typeface="Arial"/>
        <a:buChar char="•"/>
        <a:defRPr sz="2400" kern="1200">
          <a:solidFill>
            <a:schemeClr val="tx1"/>
          </a:solidFill>
          <a:latin typeface="+mn-lt"/>
          <a:ea typeface="+mn-lt"/>
          <a:cs typeface="+mn-lt"/>
        </a:defRPr>
      </a:lvl3pPr>
      <a:lvl4pPr marL="1600221" indent="-228604" algn="l" defTabSz="914411">
        <a:spcBef>
          <a:spcPct val="20000"/>
        </a:spcBef>
        <a:buFont typeface="Arial"/>
        <a:buChar char="–"/>
        <a:defRPr sz="2000" kern="1200">
          <a:solidFill>
            <a:schemeClr val="tx1"/>
          </a:solidFill>
          <a:latin typeface="+mn-lt"/>
          <a:ea typeface="+mn-lt"/>
          <a:cs typeface="+mn-lt"/>
        </a:defRPr>
      </a:lvl4pPr>
      <a:lvl5pPr marL="2057427" indent="-228604" algn="l" defTabSz="914411">
        <a:spcBef>
          <a:spcPct val="20000"/>
        </a:spcBef>
        <a:buFont typeface="Arial"/>
        <a:buChar char="»"/>
        <a:defRPr sz="2000" kern="1200">
          <a:solidFill>
            <a:schemeClr val="tx1"/>
          </a:solidFill>
          <a:latin typeface="+mn-lt"/>
          <a:ea typeface="+mn-lt"/>
          <a:cs typeface="+mn-lt"/>
        </a:defRPr>
      </a:lvl5pPr>
      <a:lvl6pPr marL="2514632" indent="-228604" algn="l" defTabSz="914411">
        <a:spcBef>
          <a:spcPct val="20000"/>
        </a:spcBef>
        <a:buFont typeface="Arial"/>
        <a:buChar char="•"/>
        <a:defRPr sz="2000" kern="1200">
          <a:solidFill>
            <a:schemeClr val="tx1"/>
          </a:solidFill>
          <a:latin typeface="+mn-lt"/>
          <a:ea typeface="+mn-lt"/>
          <a:cs typeface="+mn-lt"/>
        </a:defRPr>
      </a:lvl6pPr>
      <a:lvl7pPr marL="2971838" indent="-228604" algn="l" defTabSz="914411">
        <a:spcBef>
          <a:spcPct val="20000"/>
        </a:spcBef>
        <a:buFont typeface="Arial"/>
        <a:buChar char="•"/>
        <a:defRPr sz="2000" kern="1200">
          <a:solidFill>
            <a:schemeClr val="tx1"/>
          </a:solidFill>
          <a:latin typeface="+mn-lt"/>
          <a:ea typeface="+mn-lt"/>
          <a:cs typeface="+mn-lt"/>
        </a:defRPr>
      </a:lvl7pPr>
      <a:lvl8pPr marL="3429044" indent="-228604" algn="l" defTabSz="914411">
        <a:spcBef>
          <a:spcPct val="20000"/>
        </a:spcBef>
        <a:buFont typeface="Arial"/>
        <a:buChar char="•"/>
        <a:defRPr sz="2000" kern="1200">
          <a:solidFill>
            <a:schemeClr val="tx1"/>
          </a:solidFill>
          <a:latin typeface="+mn-lt"/>
          <a:ea typeface="+mn-lt"/>
          <a:cs typeface="+mn-lt"/>
        </a:defRPr>
      </a:lvl8pPr>
      <a:lvl9pPr marL="3886249" indent="-228604" algn="l" defTabSz="914411">
        <a:spcBef>
          <a:spcPct val="20000"/>
        </a:spcBef>
        <a:buFont typeface="Arial"/>
        <a:buChar char="•"/>
        <a:defRPr sz="2000" kern="1200">
          <a:solidFill>
            <a:schemeClr val="tx1"/>
          </a:solidFill>
          <a:latin typeface="+mn-lt"/>
          <a:ea typeface="+mn-lt"/>
          <a:cs typeface="+mn-lt"/>
        </a:defRPr>
      </a:lvl9pPr>
    </p:bodyStyle>
    <p:otherStyle>
      <a:lvl1pPr marL="0" algn="l" defTabSz="914411">
        <a:buNone/>
        <a:defRPr sz="1801" kern="1200">
          <a:solidFill>
            <a:schemeClr val="tx1"/>
          </a:solidFill>
          <a:latin typeface="+mn-lt"/>
          <a:ea typeface="+mn-lt"/>
          <a:cs typeface="+mn-lt"/>
        </a:defRPr>
      </a:lvl1pPr>
      <a:lvl2pPr marL="457206" algn="l" defTabSz="914411">
        <a:buNone/>
        <a:defRPr sz="1801" kern="1200">
          <a:solidFill>
            <a:schemeClr val="tx1"/>
          </a:solidFill>
          <a:latin typeface="+mn-lt"/>
          <a:ea typeface="+mn-lt"/>
          <a:cs typeface="+mn-lt"/>
        </a:defRPr>
      </a:lvl2pPr>
      <a:lvl3pPr marL="914411" algn="l" defTabSz="914411">
        <a:buNone/>
        <a:defRPr sz="1801" kern="1200">
          <a:solidFill>
            <a:schemeClr val="tx1"/>
          </a:solidFill>
          <a:latin typeface="+mn-lt"/>
          <a:ea typeface="+mn-lt"/>
          <a:cs typeface="+mn-lt"/>
        </a:defRPr>
      </a:lvl3pPr>
      <a:lvl4pPr marL="1371617" algn="l" defTabSz="914411">
        <a:buNone/>
        <a:defRPr sz="1801" kern="1200">
          <a:solidFill>
            <a:schemeClr val="tx1"/>
          </a:solidFill>
          <a:latin typeface="+mn-lt"/>
          <a:ea typeface="+mn-lt"/>
          <a:cs typeface="+mn-lt"/>
        </a:defRPr>
      </a:lvl4pPr>
      <a:lvl5pPr marL="1828823" algn="l" defTabSz="914411">
        <a:buNone/>
        <a:defRPr sz="1801" kern="1200">
          <a:solidFill>
            <a:schemeClr val="tx1"/>
          </a:solidFill>
          <a:latin typeface="+mn-lt"/>
          <a:ea typeface="+mn-lt"/>
          <a:cs typeface="+mn-lt"/>
        </a:defRPr>
      </a:lvl5pPr>
      <a:lvl6pPr marL="2286029" algn="l" defTabSz="914411">
        <a:buNone/>
        <a:defRPr sz="1801" kern="1200">
          <a:solidFill>
            <a:schemeClr val="tx1"/>
          </a:solidFill>
          <a:latin typeface="+mn-lt"/>
          <a:ea typeface="+mn-lt"/>
          <a:cs typeface="+mn-lt"/>
        </a:defRPr>
      </a:lvl6pPr>
      <a:lvl7pPr marL="2743234" algn="l" defTabSz="914411">
        <a:buNone/>
        <a:defRPr sz="1801" kern="1200">
          <a:solidFill>
            <a:schemeClr val="tx1"/>
          </a:solidFill>
          <a:latin typeface="+mn-lt"/>
          <a:ea typeface="+mn-lt"/>
          <a:cs typeface="+mn-lt"/>
        </a:defRPr>
      </a:lvl7pPr>
      <a:lvl8pPr marL="3200440" algn="l" defTabSz="914411">
        <a:buNone/>
        <a:defRPr sz="1801" kern="1200">
          <a:solidFill>
            <a:schemeClr val="tx1"/>
          </a:solidFill>
          <a:latin typeface="+mn-lt"/>
          <a:ea typeface="+mn-lt"/>
          <a:cs typeface="+mn-lt"/>
        </a:defRPr>
      </a:lvl8pPr>
      <a:lvl9pPr marL="3657646" algn="l" defTabSz="914411">
        <a:buNone/>
        <a:defRPr sz="1801"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1">
            <a:extLst>
              <a:ext uri="{FF2B5EF4-FFF2-40B4-BE49-F238E27FC236}">
                <a16:creationId xmlns:a16="http://schemas.microsoft.com/office/drawing/2014/main" id="{FCBE5CFD-AA44-147D-C540-625AA8679015}"/>
              </a:ext>
            </a:extLst>
          </p:cNvPr>
          <p:cNvSpPr>
            <a:spLocks noGrp="1"/>
          </p:cNvSpPr>
          <p:nvPr/>
        </p:nvSpPr>
        <p:spPr>
          <a:xfrm>
            <a:off x="676836" y="695273"/>
            <a:ext cx="14878050" cy="421929"/>
          </a:xfrm>
          <a:prstGeom prst="rect">
            <a:avLst/>
          </a:prstGeom>
          <a:noFill/>
        </p:spPr>
        <p:txBody>
          <a:bodyPr wrap="square" lIns="25401" tIns="25401" rIns="25401" bIns="25401" anchor="t">
            <a:normAutofit/>
          </a:bodyPr>
          <a:lstStyle/>
          <a:p>
            <a:pPr>
              <a:lnSpc>
                <a:spcPct val="118529"/>
              </a:lnSpc>
              <a:buNone/>
            </a:pPr>
            <a:r>
              <a:rPr lang="en-US" sz="1950" b="1" spc="468" dirty="0">
                <a:solidFill>
                  <a:srgbClr val="B6BFC4"/>
                </a:solidFill>
                <a:latin typeface="Frutiger"/>
              </a:rPr>
              <a:t>SQL AS SOFTWARE</a:t>
            </a:r>
            <a:endParaRPr sz="1950" dirty="0"/>
          </a:p>
        </p:txBody>
      </p:sp>
      <p:sp>
        <p:nvSpPr>
          <p:cNvPr id="11" name="Text 2">
            <a:extLst>
              <a:ext uri="{FF2B5EF4-FFF2-40B4-BE49-F238E27FC236}">
                <a16:creationId xmlns:a16="http://schemas.microsoft.com/office/drawing/2014/main" id="{5E64D667-2173-6C87-52B3-C25550804019}"/>
              </a:ext>
            </a:extLst>
          </p:cNvPr>
          <p:cNvSpPr>
            <a:spLocks noGrp="1"/>
          </p:cNvSpPr>
          <p:nvPr/>
        </p:nvSpPr>
        <p:spPr>
          <a:xfrm>
            <a:off x="676836" y="1326750"/>
            <a:ext cx="13931266" cy="1979413"/>
          </a:xfrm>
          <a:prstGeom prst="rect">
            <a:avLst/>
          </a:prstGeom>
          <a:noFill/>
        </p:spPr>
        <p:txBody>
          <a:bodyPr wrap="square" lIns="25401" tIns="25401" rIns="25401" bIns="25401" anchor="t">
            <a:normAutofit/>
          </a:bodyPr>
          <a:lstStyle/>
          <a:p>
            <a:pPr>
              <a:lnSpc>
                <a:spcPct val="73324"/>
              </a:lnSpc>
              <a:buNone/>
            </a:pPr>
            <a:r>
              <a:rPr lang="en-US" sz="7801" b="1" spc="-156" dirty="0">
                <a:solidFill>
                  <a:srgbClr val="FFFFFF"/>
                </a:solidFill>
                <a:latin typeface="Frutiger"/>
                <a:ea typeface="Frutiger"/>
                <a:cs typeface="Frutiger"/>
              </a:rPr>
              <a:t>Getting Started with </a:t>
            </a:r>
            <a:r>
              <a:rPr lang="en-US" sz="7801" b="1" spc="-156" dirty="0" err="1">
                <a:solidFill>
                  <a:srgbClr val="FFFFFF"/>
                </a:solidFill>
                <a:latin typeface="Frutiger"/>
                <a:ea typeface="Frutiger"/>
                <a:cs typeface="Frutiger"/>
              </a:rPr>
              <a:t>dbt</a:t>
            </a:r>
            <a:endParaRPr sz="7801" dirty="0"/>
          </a:p>
        </p:txBody>
      </p:sp>
      <p:sp>
        <p:nvSpPr>
          <p:cNvPr id="13" name="Text 3">
            <a:extLst>
              <a:ext uri="{FF2B5EF4-FFF2-40B4-BE49-F238E27FC236}">
                <a16:creationId xmlns:a16="http://schemas.microsoft.com/office/drawing/2014/main" id="{449F7921-3772-DAF8-CB0A-17FCA37E8CD4}"/>
              </a:ext>
            </a:extLst>
          </p:cNvPr>
          <p:cNvSpPr>
            <a:spLocks noGrp="1"/>
          </p:cNvSpPr>
          <p:nvPr/>
        </p:nvSpPr>
        <p:spPr>
          <a:xfrm>
            <a:off x="676836" y="3515713"/>
            <a:ext cx="14878050" cy="483840"/>
          </a:xfrm>
          <a:prstGeom prst="rect">
            <a:avLst/>
          </a:prstGeom>
          <a:noFill/>
        </p:spPr>
        <p:txBody>
          <a:bodyPr wrap="square" lIns="25401" tIns="25401" rIns="25401" bIns="25401" anchor="t">
            <a:normAutofit/>
          </a:bodyPr>
          <a:lstStyle/>
          <a:p>
            <a:pPr>
              <a:lnSpc>
                <a:spcPct val="104000"/>
              </a:lnSpc>
              <a:buNone/>
            </a:pPr>
            <a:endParaRPr sz="2700" dirty="0"/>
          </a:p>
        </p:txBody>
      </p:sp>
    </p:spTree>
    <p:extLst>
      <p:ext uri="{BB962C8B-B14F-4D97-AF65-F5344CB8AC3E}">
        <p14:creationId xmlns:p14="http://schemas.microsoft.com/office/powerpoint/2010/main" val="3684364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THE PROBLEM</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Sound familiar?</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sp>
        <p:nvSpPr>
          <p:cNvPr id="100" name="Shape 100"/>
          <p:cNvSpPr/>
          <p:nvPr/>
        </p:nvSpPr>
        <p:spPr>
          <a:xfrm>
            <a:off x="8382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13000"/>
            <a:ext cx="4978400" cy="76200"/>
          </a:xfrm>
          <a:prstGeom prst="rect">
            <a:avLst/>
          </a:prstGeom>
          <a:solidFill>
            <a:srgbClr val="8E9DC5"/>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One useful query</a:t>
            </a:r>
          </a:p>
          <a:p>
            <a:pPr>
              <a:lnSpc>
                <a:spcPct val="108000"/>
              </a:lnSpc>
              <a:spcBef>
                <a:spcPts val="600"/>
              </a:spcBef>
              <a:buNone/>
            </a:pPr>
            <a:r>
              <a:rPr lang="en-US" sz="2000" dirty="0">
                <a:solidFill>
                  <a:srgbClr val="364750"/>
                </a:solidFill>
                <a:latin typeface="Frutiger"/>
                <a:cs typeface="Frutiger"/>
              </a:rPr>
              <a:t>A single SELECT. Easy to read, easy to trust.</a:t>
            </a:r>
          </a:p>
        </p:txBody>
      </p:sp>
      <p:cxnSp>
        <p:nvCxnSpPr>
          <p:cNvPr id="120" name="Line 120"/>
          <p:cNvCxnSpPr/>
          <p:nvPr/>
        </p:nvCxnSpPr>
        <p:spPr>
          <a:xfrm>
            <a:off x="5943600" y="3365500"/>
            <a:ext cx="584200" cy="0"/>
          </a:xfrm>
          <a:prstGeom prst="line">
            <a:avLst/>
          </a:prstGeom>
          <a:ln w="25400">
            <a:solidFill>
              <a:srgbClr val="667780"/>
            </a:solidFill>
            <a:tailEnd type="triangle" w="med" len="med"/>
          </a:ln>
        </p:spPr>
      </p:cxnSp>
      <p:sp>
        <p:nvSpPr>
          <p:cNvPr id="103" name="Shape 103"/>
          <p:cNvSpPr/>
          <p:nvPr/>
        </p:nvSpPr>
        <p:spPr>
          <a:xfrm>
            <a:off x="66548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4" name="Shape 104"/>
          <p:cNvSpPr/>
          <p:nvPr/>
        </p:nvSpPr>
        <p:spPr>
          <a:xfrm>
            <a:off x="6654800" y="2413000"/>
            <a:ext cx="49784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5" name="Shape 105"/>
          <p:cNvSpPr/>
          <p:nvPr/>
        </p:nvSpPr>
        <p:spPr>
          <a:xfrm>
            <a:off x="69088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web of scripts</a:t>
            </a:r>
          </a:p>
          <a:p>
            <a:pPr>
              <a:lnSpc>
                <a:spcPct val="108000"/>
              </a:lnSpc>
              <a:spcBef>
                <a:spcPts val="600"/>
              </a:spcBef>
              <a:buNone/>
            </a:pPr>
            <a:r>
              <a:rPr lang="en-US" sz="2000" dirty="0">
                <a:solidFill>
                  <a:srgbClr val="364750"/>
                </a:solidFill>
                <a:latin typeface="Frutiger"/>
                <a:cs typeface="Frutiger"/>
              </a:rPr>
              <a:t>Procedures, views and notebooks maintained by several people. Order matters; nobody wrote it down.</a:t>
            </a:r>
          </a:p>
        </p:txBody>
      </p:sp>
      <p:cxnSp>
        <p:nvCxnSpPr>
          <p:cNvPr id="121" name="Line 121"/>
          <p:cNvCxnSpPr/>
          <p:nvPr/>
        </p:nvCxnSpPr>
        <p:spPr>
          <a:xfrm>
            <a:off x="11760200" y="3365500"/>
            <a:ext cx="584200" cy="0"/>
          </a:xfrm>
          <a:prstGeom prst="line">
            <a:avLst/>
          </a:prstGeom>
          <a:ln w="25400">
            <a:solidFill>
              <a:srgbClr val="667780"/>
            </a:solidFill>
            <a:tailEnd type="triangle" w="med" len="med"/>
          </a:ln>
        </p:spPr>
      </p:cxnSp>
      <p:sp>
        <p:nvSpPr>
          <p:cNvPr id="106" name="Shape 106"/>
          <p:cNvSpPr/>
          <p:nvPr/>
        </p:nvSpPr>
        <p:spPr>
          <a:xfrm>
            <a:off x="124714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7" name="Shape 107"/>
          <p:cNvSpPr/>
          <p:nvPr/>
        </p:nvSpPr>
        <p:spPr>
          <a:xfrm>
            <a:off x="12471400" y="2413000"/>
            <a:ext cx="49784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8" name="Shape 108"/>
          <p:cNvSpPr/>
          <p:nvPr/>
        </p:nvSpPr>
        <p:spPr>
          <a:xfrm>
            <a:off x="127254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shared codebase</a:t>
            </a:r>
          </a:p>
          <a:p>
            <a:pPr>
              <a:lnSpc>
                <a:spcPct val="108000"/>
              </a:lnSpc>
              <a:spcBef>
                <a:spcPts val="600"/>
              </a:spcBef>
              <a:buNone/>
            </a:pPr>
            <a:r>
              <a:rPr lang="en-US" sz="2000" dirty="0">
                <a:solidFill>
                  <a:srgbClr val="364750"/>
                </a:solidFill>
                <a:latin typeface="Frutiger"/>
                <a:cs typeface="Frutiger"/>
              </a:rPr>
              <a:t>Reviewed changes, tested assumptions, visible dependencies. This is where dbt fits.</a:t>
            </a:r>
          </a:p>
        </p:txBody>
      </p:sp>
      <p:sp>
        <p:nvSpPr>
          <p:cNvPr id="130" name="Shape 130"/>
          <p:cNvSpPr/>
          <p:nvPr/>
        </p:nvSpPr>
        <p:spPr>
          <a:xfrm>
            <a:off x="838200" y="4724400"/>
            <a:ext cx="16611600" cy="4318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Four questions every team has to answer — how does yours answer them today?</a:t>
            </a:r>
          </a:p>
        </p:txBody>
      </p:sp>
      <p:sp>
        <p:nvSpPr>
          <p:cNvPr id="140" name="Shape 140"/>
          <p:cNvSpPr/>
          <p:nvPr/>
        </p:nvSpPr>
        <p:spPr>
          <a:xfrm>
            <a:off x="8382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668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2" name="Shape 142"/>
          <p:cNvSpPr/>
          <p:nvPr/>
        </p:nvSpPr>
        <p:spPr>
          <a:xfrm>
            <a:off x="17272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must run first?</a:t>
            </a:r>
          </a:p>
          <a:p>
            <a:pPr>
              <a:lnSpc>
                <a:spcPct val="106000"/>
              </a:lnSpc>
              <a:spcBef>
                <a:spcPts val="600"/>
              </a:spcBef>
              <a:buNone/>
            </a:pPr>
            <a:r>
              <a:rPr lang="en-US" sz="1900" dirty="0">
                <a:solidFill>
                  <a:srgbClr val="364750"/>
                </a:solidFill>
                <a:latin typeface="Frutiger"/>
                <a:cs typeface="Frutiger"/>
              </a:rPr>
              <a:t>Execution order lives in a scheduler, a runbook, or someone's head.</a:t>
            </a:r>
          </a:p>
        </p:txBody>
      </p:sp>
      <p:sp>
        <p:nvSpPr>
          <p:cNvPr id="143" name="Shape 143"/>
          <p:cNvSpPr/>
          <p:nvPr/>
        </p:nvSpPr>
        <p:spPr>
          <a:xfrm>
            <a:off x="92710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4" name="Shape 144"/>
          <p:cNvSpPr/>
          <p:nvPr/>
        </p:nvSpPr>
        <p:spPr>
          <a:xfrm>
            <a:off x="94996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5" name="Shape 145"/>
          <p:cNvSpPr/>
          <p:nvPr/>
        </p:nvSpPr>
        <p:spPr>
          <a:xfrm>
            <a:off x="101600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outputs depend on this change?</a:t>
            </a:r>
          </a:p>
          <a:p>
            <a:pPr>
              <a:lnSpc>
                <a:spcPct val="106000"/>
              </a:lnSpc>
              <a:spcBef>
                <a:spcPts val="600"/>
              </a:spcBef>
              <a:buNone/>
            </a:pPr>
            <a:r>
              <a:rPr lang="en-US" sz="1900" dirty="0">
                <a:solidFill>
                  <a:srgbClr val="364750"/>
                </a:solidFill>
                <a:latin typeface="Frutiger"/>
                <a:cs typeface="Frutiger"/>
              </a:rPr>
              <a:t>Finding downstream reports means searching code and asking around.</a:t>
            </a:r>
          </a:p>
        </p:txBody>
      </p:sp>
      <p:sp>
        <p:nvSpPr>
          <p:cNvPr id="146" name="Shape 146"/>
          <p:cNvSpPr/>
          <p:nvPr/>
        </p:nvSpPr>
        <p:spPr>
          <a:xfrm>
            <a:off x="8382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7" name="Shape 147"/>
          <p:cNvSpPr/>
          <p:nvPr/>
        </p:nvSpPr>
        <p:spPr>
          <a:xfrm>
            <a:off x="10668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8" name="Shape 148"/>
          <p:cNvSpPr/>
          <p:nvPr/>
        </p:nvSpPr>
        <p:spPr>
          <a:xfrm>
            <a:off x="17272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assumptions can be checked automatically?</a:t>
            </a:r>
          </a:p>
          <a:p>
            <a:pPr>
              <a:lnSpc>
                <a:spcPct val="106000"/>
              </a:lnSpc>
              <a:spcBef>
                <a:spcPts val="600"/>
              </a:spcBef>
              <a:buNone/>
            </a:pPr>
            <a:r>
              <a:rPr lang="en-US" sz="1900" dirty="0">
                <a:solidFill>
                  <a:srgbClr val="364750"/>
                </a:solidFill>
                <a:latin typeface="Frutiger"/>
                <a:cs typeface="Frutiger"/>
              </a:rPr>
              <a:t>Uniqueness, valid statuses and reconciled totals are checked by hand, if at all.</a:t>
            </a:r>
          </a:p>
        </p:txBody>
      </p:sp>
      <p:sp>
        <p:nvSpPr>
          <p:cNvPr id="149" name="Shape 149"/>
          <p:cNvSpPr/>
          <p:nvPr/>
        </p:nvSpPr>
        <p:spPr>
          <a:xfrm>
            <a:off x="92710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0" name="Shape 150"/>
          <p:cNvSpPr/>
          <p:nvPr/>
        </p:nvSpPr>
        <p:spPr>
          <a:xfrm>
            <a:off x="94996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51" name="Shape 151"/>
          <p:cNvSpPr/>
          <p:nvPr/>
        </p:nvSpPr>
        <p:spPr>
          <a:xfrm>
            <a:off x="101600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does this table mean?</a:t>
            </a:r>
          </a:p>
          <a:p>
            <a:pPr>
              <a:lnSpc>
                <a:spcPct val="106000"/>
              </a:lnSpc>
              <a:spcBef>
                <a:spcPts val="600"/>
              </a:spcBef>
              <a:buNone/>
            </a:pPr>
            <a:r>
              <a:rPr lang="en-US" sz="1900" dirty="0">
                <a:solidFill>
                  <a:srgbClr val="364750"/>
                </a:solidFill>
                <a:latin typeface="Frutiger"/>
                <a:cs typeface="Frutiger"/>
              </a:rPr>
              <a:t>Grain, inclusion rules and units are documented somewhere else, or nowhere.</a:t>
            </a:r>
          </a:p>
        </p:txBody>
      </p:sp>
    </p:spTree>
    <p:extLst>
      <p:ext uri="{BB962C8B-B14F-4D97-AF65-F5344CB8AC3E}">
        <p14:creationId xmlns:p14="http://schemas.microsoft.com/office/powerpoint/2010/main" val="1017227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WHERE DBT FITS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What dbt is — and what it isn’t</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03</a:t>
            </a:r>
            <a:endParaRPr sz="1801"/>
          </a:p>
        </p:txBody>
      </p:sp>
      <p:sp>
        <p:nvSpPr>
          <p:cNvPr id="100" name="Shape 100"/>
          <p:cNvSpPr/>
          <p:nvPr/>
        </p:nvSpPr>
        <p:spPr>
          <a:xfrm>
            <a:off x="838200" y="2336800"/>
            <a:ext cx="16611600" cy="736600"/>
          </a:xfrm>
          <a:prstGeom prst="rect">
            <a:avLst/>
          </a:prstGeom>
          <a:solidFill>
            <a:srgbClr val="001F6B"/>
          </a:solidFill>
          <a:ln>
            <a:noFill/>
          </a:ln>
        </p:spPr>
        <p:txBody>
          <a:bodyPr wrap="square" lIns="228600" tIns="50800" rIns="228600" bIns="50800" anchor="ctr">
            <a:normAutofit lnSpcReduction="10000"/>
          </a:bodyPr>
          <a:lstStyle/>
          <a:p>
            <a:pPr>
              <a:buNone/>
            </a:pPr>
            <a:r>
              <a:rPr lang="en-US" sz="2200" b="1" dirty="0">
                <a:solidFill>
                  <a:srgbClr val="FFFFFF"/>
                </a:solidFill>
                <a:latin typeface="Frutiger"/>
                <a:cs typeface="Frutiger"/>
              </a:rPr>
              <a:t>dbt</a:t>
            </a:r>
            <a:r>
              <a:rPr lang="en-US" sz="2000" dirty="0">
                <a:solidFill>
                  <a:srgbClr val="FFFFFF"/>
                </a:solidFill>
                <a:latin typeface="Frutiger"/>
                <a:cs typeface="Frutiger"/>
              </a:rPr>
              <a:t>  (data build tool) — a framework for developing, testing and documenting SQL transformations. You write SELECT statements; dbt turns them into database objects, in order, with checks.</a:t>
            </a:r>
          </a:p>
        </p:txBody>
      </p:sp>
      <p:sp>
        <p:nvSpPr>
          <p:cNvPr id="110" name="Shape 110"/>
          <p:cNvSpPr/>
          <p:nvPr/>
        </p:nvSpPr>
        <p:spPr>
          <a:xfrm>
            <a:off x="8382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3505200"/>
            <a:ext cx="4572000" cy="1473200"/>
          </a:xfrm>
          <a:prstGeom prst="rect">
            <a:avLst/>
          </a:prstGeom>
          <a:noFill/>
          <a:ln>
            <a:noFill/>
          </a:ln>
        </p:spPr>
        <p:txBody>
          <a:bodyPr wrap="square" lIns="0" tIns="0" rIns="0" bIns="0" anchor="t">
            <a:normAutofit fontScale="92500"/>
          </a:bodyPr>
          <a:lstStyle/>
          <a:p>
            <a:pPr>
              <a:buNone/>
            </a:pPr>
            <a:r>
              <a:rPr lang="en-US" sz="1500" b="1" spc="200" dirty="0">
                <a:solidFill>
                  <a:srgbClr val="E40046"/>
                </a:solidFill>
                <a:latin typeface="Frutiger"/>
                <a:cs typeface="Frutiger"/>
              </a:rPr>
              <a:t>EXTRACT &amp; LOAD</a:t>
            </a:r>
          </a:p>
          <a:p>
            <a:pPr>
              <a:spcBef>
                <a:spcPts val="200"/>
              </a:spcBef>
              <a:buNone/>
            </a:pPr>
            <a:r>
              <a:rPr lang="en-US" sz="2400" b="1" dirty="0">
                <a:solidFill>
                  <a:srgbClr val="001F6B"/>
                </a:solidFill>
                <a:latin typeface="Frutiger"/>
                <a:cs typeface="Frutiger"/>
              </a:rPr>
              <a:t>Your ingestion tools</a:t>
            </a:r>
          </a:p>
          <a:p>
            <a:pPr>
              <a:lnSpc>
                <a:spcPct val="104000"/>
              </a:lnSpc>
              <a:spcBef>
                <a:spcPts val="500"/>
              </a:spcBef>
              <a:buNone/>
            </a:pPr>
            <a:r>
              <a:rPr lang="en-US" sz="2000" dirty="0">
                <a:solidFill>
                  <a:srgbClr val="364750"/>
                </a:solidFill>
                <a:latin typeface="Frutiger"/>
                <a:cs typeface="Frutiger"/>
              </a:rPr>
              <a:t>Data Factory, mirroring, Dataflows, pipelines, notebooks — land raw data in the store.</a:t>
            </a:r>
          </a:p>
        </p:txBody>
      </p:sp>
      <p:cxnSp>
        <p:nvCxnSpPr>
          <p:cNvPr id="120" name="Line 120"/>
          <p:cNvCxnSpPr/>
          <p:nvPr/>
        </p:nvCxnSpPr>
        <p:spPr>
          <a:xfrm>
            <a:off x="6019800" y="4191000"/>
            <a:ext cx="482600" cy="0"/>
          </a:xfrm>
          <a:prstGeom prst="line">
            <a:avLst/>
          </a:prstGeom>
          <a:ln w="31750">
            <a:solidFill>
              <a:srgbClr val="667780"/>
            </a:solidFill>
            <a:tailEnd type="triangle" w="med" len="med"/>
          </a:ln>
        </p:spPr>
      </p:cxnSp>
      <p:sp>
        <p:nvSpPr>
          <p:cNvPr id="112" name="Shape 112"/>
          <p:cNvSpPr/>
          <p:nvPr/>
        </p:nvSpPr>
        <p:spPr>
          <a:xfrm>
            <a:off x="6604000" y="3327400"/>
            <a:ext cx="5080000" cy="1727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3" name="Shape 113"/>
          <p:cNvSpPr/>
          <p:nvPr/>
        </p:nvSpPr>
        <p:spPr>
          <a:xfrm>
            <a:off x="6858000" y="3505200"/>
            <a:ext cx="4572000" cy="1473200"/>
          </a:xfrm>
          <a:prstGeom prst="rect">
            <a:avLst/>
          </a:prstGeom>
          <a:noFill/>
          <a:ln>
            <a:noFill/>
          </a:ln>
        </p:spPr>
        <p:txBody>
          <a:bodyPr wrap="square" lIns="0" tIns="0" rIns="0" bIns="0" anchor="t">
            <a:normAutofit fontScale="92500" lnSpcReduction="10000"/>
          </a:bodyPr>
          <a:lstStyle/>
          <a:p>
            <a:pPr>
              <a:buNone/>
            </a:pPr>
            <a:r>
              <a:rPr lang="en-US" sz="1500" b="1" spc="200" dirty="0">
                <a:solidFill>
                  <a:srgbClr val="FFFFFF"/>
                </a:solidFill>
                <a:latin typeface="Frutiger"/>
                <a:cs typeface="Frutiger"/>
              </a:rPr>
              <a:t>TRANSFORM</a:t>
            </a:r>
          </a:p>
          <a:p>
            <a:pPr>
              <a:spcBef>
                <a:spcPts val="200"/>
              </a:spcBef>
              <a:buNone/>
            </a:pPr>
            <a:r>
              <a:rPr lang="en-US" sz="2400" b="1" dirty="0">
                <a:solidFill>
                  <a:srgbClr val="FFFFFF"/>
                </a:solidFill>
                <a:latin typeface="Frutiger"/>
                <a:cs typeface="Frutiger"/>
              </a:rPr>
              <a:t>dbt</a:t>
            </a:r>
          </a:p>
          <a:p>
            <a:pPr>
              <a:lnSpc>
                <a:spcPct val="104000"/>
              </a:lnSpc>
              <a:spcBef>
                <a:spcPts val="500"/>
              </a:spcBef>
              <a:buNone/>
            </a:pPr>
            <a:r>
              <a:rPr lang="en-US" sz="2000" dirty="0">
                <a:solidFill>
                  <a:srgbClr val="FFFFFF"/>
                </a:solidFill>
                <a:latin typeface="Frutiger"/>
                <a:cs typeface="Frutiger"/>
              </a:rPr>
              <a:t>Models, tests and docs over data the engine can already reach: Warehouse, Lakehouse, SQL database.</a:t>
            </a:r>
          </a:p>
        </p:txBody>
      </p:sp>
      <p:cxnSp>
        <p:nvCxnSpPr>
          <p:cNvPr id="121" name="Line 121"/>
          <p:cNvCxnSpPr/>
          <p:nvPr/>
        </p:nvCxnSpPr>
        <p:spPr>
          <a:xfrm>
            <a:off x="11785600" y="4191000"/>
            <a:ext cx="482600" cy="0"/>
          </a:xfrm>
          <a:prstGeom prst="line">
            <a:avLst/>
          </a:prstGeom>
          <a:ln w="31750">
            <a:solidFill>
              <a:srgbClr val="667780"/>
            </a:solidFill>
            <a:tailEnd type="triangle" w="med" len="med"/>
          </a:ln>
        </p:spPr>
      </p:cxnSp>
      <p:sp>
        <p:nvSpPr>
          <p:cNvPr id="114" name="Shape 114"/>
          <p:cNvSpPr/>
          <p:nvPr/>
        </p:nvSpPr>
        <p:spPr>
          <a:xfrm>
            <a:off x="123698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5" name="Shape 115"/>
          <p:cNvSpPr/>
          <p:nvPr/>
        </p:nvSpPr>
        <p:spPr>
          <a:xfrm>
            <a:off x="12623800" y="3505200"/>
            <a:ext cx="4572000" cy="14732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SERVE</a:t>
            </a:r>
          </a:p>
          <a:p>
            <a:pPr>
              <a:spcBef>
                <a:spcPts val="200"/>
              </a:spcBef>
              <a:buNone/>
            </a:pPr>
            <a:r>
              <a:rPr lang="en-US" sz="2400" b="1" dirty="0">
                <a:solidFill>
                  <a:srgbClr val="001F6B"/>
                </a:solidFill>
                <a:latin typeface="Frutiger"/>
                <a:cs typeface="Frutiger"/>
              </a:rPr>
              <a:t>Semantic model &amp; reports</a:t>
            </a:r>
          </a:p>
          <a:p>
            <a:pPr>
              <a:lnSpc>
                <a:spcPct val="104000"/>
              </a:lnSpc>
              <a:spcBef>
                <a:spcPts val="500"/>
              </a:spcBef>
              <a:buNone/>
            </a:pPr>
            <a:r>
              <a:rPr lang="en-US" sz="2000" dirty="0">
                <a:solidFill>
                  <a:srgbClr val="364750"/>
                </a:solidFill>
                <a:latin typeface="Frutiger"/>
                <a:cs typeface="Frutiger"/>
              </a:rPr>
              <a:t>Power BI, DAX, notebooks, ad-hoc SQL. dbt marts are inputs here — not a replacement.</a:t>
            </a:r>
          </a:p>
        </p:txBody>
      </p:sp>
      <p:sp>
        <p:nvSpPr>
          <p:cNvPr id="130" name="Shape 130"/>
          <p:cNvSpPr/>
          <p:nvPr/>
        </p:nvSpPr>
        <p:spPr>
          <a:xfrm>
            <a:off x="8382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3594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dbt does</a:t>
            </a:r>
          </a:p>
        </p:txBody>
      </p:sp>
      <p:sp>
        <p:nvSpPr>
          <p:cNvPr id="132" name="Shape 132"/>
          <p:cNvSpPr/>
          <p:nvPr/>
        </p:nvSpPr>
        <p:spPr>
          <a:xfrm>
            <a:off x="10414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3" name="Shape 133"/>
          <p:cNvSpPr/>
          <p:nvPr/>
        </p:nvSpPr>
        <p:spPr>
          <a:xfrm>
            <a:off x="14478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Turns each SELECT into a view or table on your engine</a:t>
            </a:r>
          </a:p>
        </p:txBody>
      </p:sp>
      <p:sp>
        <p:nvSpPr>
          <p:cNvPr id="134" name="Shape 134"/>
          <p:cNvSpPr/>
          <p:nvPr/>
        </p:nvSpPr>
        <p:spPr>
          <a:xfrm>
            <a:off x="10414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5" name="Shape 135"/>
          <p:cNvSpPr/>
          <p:nvPr/>
        </p:nvSpPr>
        <p:spPr>
          <a:xfrm>
            <a:off x="14478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Works out execution order from ref() dependencies</a:t>
            </a:r>
          </a:p>
        </p:txBody>
      </p:sp>
      <p:sp>
        <p:nvSpPr>
          <p:cNvPr id="136" name="Shape 136"/>
          <p:cNvSpPr/>
          <p:nvPr/>
        </p:nvSpPr>
        <p:spPr>
          <a:xfrm>
            <a:off x="10414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7" name="Shape 137"/>
          <p:cNvSpPr/>
          <p:nvPr/>
        </p:nvSpPr>
        <p:spPr>
          <a:xfrm>
            <a:off x="14478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Runs data tests: unique, not_null, accepted values, custom SQL</a:t>
            </a:r>
          </a:p>
        </p:txBody>
      </p:sp>
      <p:sp>
        <p:nvSpPr>
          <p:cNvPr id="138" name="Shape 138"/>
          <p:cNvSpPr/>
          <p:nvPr/>
        </p:nvSpPr>
        <p:spPr>
          <a:xfrm>
            <a:off x="10414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9" name="Shape 139"/>
          <p:cNvSpPr/>
          <p:nvPr/>
        </p:nvSpPr>
        <p:spPr>
          <a:xfrm>
            <a:off x="14478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Generates documentation and a lineage graph</a:t>
            </a:r>
          </a:p>
        </p:txBody>
      </p:sp>
      <p:sp>
        <p:nvSpPr>
          <p:cNvPr id="140" name="Shape 140"/>
          <p:cNvSpPr/>
          <p:nvPr/>
        </p:nvSpPr>
        <p:spPr>
          <a:xfrm>
            <a:off x="10414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41" name="Shape 141"/>
          <p:cNvSpPr/>
          <p:nvPr/>
        </p:nvSpPr>
        <p:spPr>
          <a:xfrm>
            <a:off x="14478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Lives in Git — review, branch, CI like any other code</a:t>
            </a:r>
          </a:p>
        </p:txBody>
      </p:sp>
      <p:sp>
        <p:nvSpPr>
          <p:cNvPr id="150" name="Shape 150"/>
          <p:cNvSpPr/>
          <p:nvPr/>
        </p:nvSpPr>
        <p:spPr>
          <a:xfrm>
            <a:off x="91948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1" name="Shape 151"/>
          <p:cNvSpPr/>
          <p:nvPr/>
        </p:nvSpPr>
        <p:spPr>
          <a:xfrm>
            <a:off x="9194800" y="53594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dbt does not</a:t>
            </a:r>
          </a:p>
        </p:txBody>
      </p:sp>
      <p:sp>
        <p:nvSpPr>
          <p:cNvPr id="152" name="Shape 152"/>
          <p:cNvSpPr/>
          <p:nvPr/>
        </p:nvSpPr>
        <p:spPr>
          <a:xfrm>
            <a:off x="93980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3" name="Shape 153"/>
          <p:cNvSpPr/>
          <p:nvPr/>
        </p:nvSpPr>
        <p:spPr>
          <a:xfrm>
            <a:off x="98044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Extract or load data from source systems</a:t>
            </a:r>
          </a:p>
        </p:txBody>
      </p:sp>
      <p:sp>
        <p:nvSpPr>
          <p:cNvPr id="154" name="Shape 154"/>
          <p:cNvSpPr/>
          <p:nvPr/>
        </p:nvSpPr>
        <p:spPr>
          <a:xfrm>
            <a:off x="93980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5" name="Shape 155"/>
          <p:cNvSpPr/>
          <p:nvPr/>
        </p:nvSpPr>
        <p:spPr>
          <a:xfrm>
            <a:off x="98044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Schedule itself — a laptop, agent or notebook runs it</a:t>
            </a:r>
          </a:p>
        </p:txBody>
      </p:sp>
      <p:sp>
        <p:nvSpPr>
          <p:cNvPr id="156" name="Shape 156"/>
          <p:cNvSpPr/>
          <p:nvPr/>
        </p:nvSpPr>
        <p:spPr>
          <a:xfrm>
            <a:off x="93980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7" name="Shape 157"/>
          <p:cNvSpPr/>
          <p:nvPr/>
        </p:nvSpPr>
        <p:spPr>
          <a:xfrm>
            <a:off x="98044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Replace the Power BI semantic model or DAX measures</a:t>
            </a:r>
          </a:p>
        </p:txBody>
      </p:sp>
      <p:sp>
        <p:nvSpPr>
          <p:cNvPr id="158" name="Shape 158"/>
          <p:cNvSpPr/>
          <p:nvPr/>
        </p:nvSpPr>
        <p:spPr>
          <a:xfrm>
            <a:off x="93980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9" name="Shape 159"/>
          <p:cNvSpPr/>
          <p:nvPr/>
        </p:nvSpPr>
        <p:spPr>
          <a:xfrm>
            <a:off x="98044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Make SQL faster by itself — the engine still does the work</a:t>
            </a:r>
          </a:p>
        </p:txBody>
      </p:sp>
      <p:sp>
        <p:nvSpPr>
          <p:cNvPr id="160" name="Shape 160"/>
          <p:cNvSpPr/>
          <p:nvPr/>
        </p:nvSpPr>
        <p:spPr>
          <a:xfrm>
            <a:off x="93980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61" name="Shape 161"/>
          <p:cNvSpPr/>
          <p:nvPr/>
        </p:nvSpPr>
        <p:spPr>
          <a:xfrm>
            <a:off x="98044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Pull data onto your laptop — SQL executes where the data lives</a:t>
            </a:r>
          </a:p>
        </p:txBody>
      </p:sp>
    </p:spTree>
    <p:extLst>
      <p:ext uri="{BB962C8B-B14F-4D97-AF65-F5344CB8AC3E}">
        <p14:creationId xmlns:p14="http://schemas.microsoft.com/office/powerpoint/2010/main" val="1923808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INDUSTRY CONTEXT</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dbt is the default transformation layer — everywhere</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04</a:t>
            </a:r>
            <a:endParaRPr sz="1801"/>
          </a:p>
        </p:txBody>
      </p:sp>
      <p:sp>
        <p:nvSpPr>
          <p:cNvPr id="100" name="Shape 100"/>
          <p:cNvSpPr/>
          <p:nvPr/>
        </p:nvSpPr>
        <p:spPr>
          <a:xfrm>
            <a:off x="8382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668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75%+</a:t>
            </a:r>
          </a:p>
        </p:txBody>
      </p:sp>
      <p:sp>
        <p:nvSpPr>
          <p:cNvPr id="103" name="Shape 103"/>
          <p:cNvSpPr/>
          <p:nvPr/>
        </p:nvSpPr>
        <p:spPr>
          <a:xfrm>
            <a:off x="10668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of Snowflake customers use dbt</a:t>
            </a:r>
          </a:p>
          <a:p>
            <a:pPr>
              <a:spcBef>
                <a:spcPts val="600"/>
              </a:spcBef>
              <a:buNone/>
            </a:pPr>
            <a:r>
              <a:rPr lang="en-US" sz="1400" i="1" dirty="0">
                <a:solidFill>
                  <a:srgbClr val="667780"/>
                </a:solidFill>
                <a:latin typeface="Frutiger"/>
                <a:cs typeface="Frutiger"/>
              </a:rPr>
              <a:t>dbt Labs / Snowflake Summit, Jun 2026</a:t>
            </a:r>
          </a:p>
        </p:txBody>
      </p:sp>
      <p:sp>
        <p:nvSpPr>
          <p:cNvPr id="104" name="Shape 104"/>
          <p:cNvSpPr/>
          <p:nvPr/>
        </p:nvSpPr>
        <p:spPr>
          <a:xfrm>
            <a:off x="50546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5" name="Shape 105"/>
          <p:cNvSpPr/>
          <p:nvPr/>
        </p:nvSpPr>
        <p:spPr>
          <a:xfrm>
            <a:off x="50546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832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2,900+</a:t>
            </a:r>
          </a:p>
        </p:txBody>
      </p:sp>
      <p:sp>
        <p:nvSpPr>
          <p:cNvPr id="107" name="Shape 107"/>
          <p:cNvSpPr/>
          <p:nvPr/>
        </p:nvSpPr>
        <p:spPr>
          <a:xfrm>
            <a:off x="52832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customers running dbt on Databricks</a:t>
            </a:r>
          </a:p>
          <a:p>
            <a:pPr>
              <a:spcBef>
                <a:spcPts val="600"/>
              </a:spcBef>
              <a:buNone/>
            </a:pPr>
            <a:r>
              <a:rPr lang="en-US" sz="1400" i="1" dirty="0">
                <a:solidFill>
                  <a:srgbClr val="667780"/>
                </a:solidFill>
                <a:latin typeface="Frutiger"/>
                <a:cs typeface="Frutiger"/>
              </a:rPr>
              <a:t>Databricks blog, Apr 2026</a:t>
            </a:r>
          </a:p>
        </p:txBody>
      </p:sp>
      <p:sp>
        <p:nvSpPr>
          <p:cNvPr id="108" name="Shape 108"/>
          <p:cNvSpPr/>
          <p:nvPr/>
        </p:nvSpPr>
        <p:spPr>
          <a:xfrm>
            <a:off x="92710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9" name="Shape 109"/>
          <p:cNvSpPr/>
          <p:nvPr/>
        </p:nvSpPr>
        <p:spPr>
          <a:xfrm>
            <a:off x="92710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50,000</a:t>
            </a:r>
          </a:p>
        </p:txBody>
      </p:sp>
      <p:sp>
        <p:nvSpPr>
          <p:cNvPr id="111" name="Shape 111"/>
          <p:cNvSpPr/>
          <p:nvPr/>
        </p:nvSpPr>
        <p:spPr>
          <a:xfrm>
            <a:off x="94996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teams run dbt every week; 100k community members</a:t>
            </a:r>
          </a:p>
          <a:p>
            <a:pPr>
              <a:spcBef>
                <a:spcPts val="600"/>
              </a:spcBef>
              <a:buNone/>
            </a:pPr>
            <a:r>
              <a:rPr lang="en-US" sz="1400" i="1" dirty="0">
                <a:solidFill>
                  <a:srgbClr val="667780"/>
                </a:solidFill>
                <a:latin typeface="Frutiger"/>
                <a:cs typeface="Frutiger"/>
              </a:rPr>
              <a:t>dbt Labs, 2025</a:t>
            </a:r>
          </a:p>
        </p:txBody>
      </p:sp>
      <p:sp>
        <p:nvSpPr>
          <p:cNvPr id="112" name="Shape 112"/>
          <p:cNvSpPr/>
          <p:nvPr/>
        </p:nvSpPr>
        <p:spPr>
          <a:xfrm>
            <a:off x="134874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34874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160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a:t>
            </a:r>
          </a:p>
        </p:txBody>
      </p:sp>
      <p:sp>
        <p:nvSpPr>
          <p:cNvPr id="115" name="Shape 115"/>
          <p:cNvSpPr/>
          <p:nvPr/>
        </p:nvSpPr>
        <p:spPr>
          <a:xfrm>
            <a:off x="137160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paying customers · $100M+ ARR (Feb 2025)</a:t>
            </a:r>
          </a:p>
          <a:p>
            <a:pPr>
              <a:spcBef>
                <a:spcPts val="600"/>
              </a:spcBef>
              <a:buNone/>
            </a:pPr>
            <a:r>
              <a:rPr lang="en-US" sz="1400" i="1" dirty="0">
                <a:solidFill>
                  <a:srgbClr val="667780"/>
                </a:solidFill>
                <a:latin typeface="Frutiger"/>
                <a:cs typeface="Frutiger"/>
              </a:rPr>
              <a:t>dbt Labs, 2025</a:t>
            </a:r>
          </a:p>
        </p:txBody>
      </p:sp>
      <p:sp>
        <p:nvSpPr>
          <p:cNvPr id="120" name="Shape 120"/>
          <p:cNvSpPr/>
          <p:nvPr/>
        </p:nvSpPr>
        <p:spPr>
          <a:xfrm>
            <a:off x="838200" y="4826000"/>
            <a:ext cx="16611600" cy="330200"/>
          </a:xfrm>
          <a:prstGeom prst="rect">
            <a:avLst/>
          </a:prstGeom>
          <a:noFill/>
          <a:ln>
            <a:noFill/>
          </a:ln>
        </p:spPr>
        <p:txBody>
          <a:bodyPr wrap="square" lIns="0" tIns="0" rIns="0" bIns="0" anchor="t">
            <a:normAutofit/>
          </a:bodyPr>
          <a:lstStyle/>
          <a:p>
            <a:pPr>
              <a:buNone/>
            </a:pPr>
            <a:r>
              <a:rPr lang="en-US" sz="1400" b="1" spc="200" dirty="0">
                <a:solidFill>
                  <a:srgbClr val="E40046"/>
                </a:solidFill>
                <a:latin typeface="Frutiger"/>
                <a:cs typeface="Frutiger"/>
              </a:rPr>
              <a:t>HOW IT GOT HERE</a:t>
            </a:r>
          </a:p>
        </p:txBody>
      </p:sp>
      <p:cxnSp>
        <p:nvCxnSpPr>
          <p:cNvPr id="121" name="Line 121"/>
          <p:cNvCxnSpPr/>
          <p:nvPr/>
        </p:nvCxnSpPr>
        <p:spPr>
          <a:xfrm>
            <a:off x="2499360" y="5486400"/>
            <a:ext cx="13289280" cy="0"/>
          </a:xfrm>
          <a:prstGeom prst="line">
            <a:avLst/>
          </a:prstGeom>
          <a:ln w="38100">
            <a:solidFill>
              <a:srgbClr val="8E9DC5"/>
            </a:solidFill>
          </a:ln>
        </p:spPr>
      </p:cxnSp>
      <p:sp>
        <p:nvSpPr>
          <p:cNvPr id="122" name="Shape 122"/>
          <p:cNvSpPr/>
          <p:nvPr/>
        </p:nvSpPr>
        <p:spPr>
          <a:xfrm>
            <a:off x="238506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3" name="Shape 123"/>
          <p:cNvSpPr/>
          <p:nvPr/>
        </p:nvSpPr>
        <p:spPr>
          <a:xfrm>
            <a:off x="91440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2016</a:t>
            </a:r>
          </a:p>
          <a:p>
            <a:pPr algn="ctr">
              <a:lnSpc>
                <a:spcPct val="104000"/>
              </a:lnSpc>
              <a:spcBef>
                <a:spcPts val="400"/>
              </a:spcBef>
              <a:buNone/>
            </a:pPr>
            <a:r>
              <a:rPr lang="en-US" sz="1600" dirty="0">
                <a:solidFill>
                  <a:srgbClr val="364750"/>
                </a:solidFill>
                <a:latin typeface="Frutiger"/>
                <a:cs typeface="Frutiger"/>
              </a:rPr>
              <a:t>dbt open-sourced — a CLI that compiles SELECTs and runs them in the warehouse</a:t>
            </a:r>
          </a:p>
        </p:txBody>
      </p:sp>
      <p:sp>
        <p:nvSpPr>
          <p:cNvPr id="124" name="Shape 124"/>
          <p:cNvSpPr/>
          <p:nvPr/>
        </p:nvSpPr>
        <p:spPr>
          <a:xfrm>
            <a:off x="570738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5" name="Shape 125"/>
          <p:cNvSpPr/>
          <p:nvPr/>
        </p:nvSpPr>
        <p:spPr>
          <a:xfrm>
            <a:off x="423672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2019–22</a:t>
            </a:r>
          </a:p>
          <a:p>
            <a:pPr algn="ctr">
              <a:lnSpc>
                <a:spcPct val="104000"/>
              </a:lnSpc>
              <a:spcBef>
                <a:spcPts val="400"/>
              </a:spcBef>
              <a:buNone/>
            </a:pPr>
            <a:r>
              <a:rPr lang="en-US" sz="1600" dirty="0">
                <a:solidFill>
                  <a:srgbClr val="364750"/>
                </a:solidFill>
                <a:latin typeface="Frutiger"/>
                <a:cs typeface="Frutiger"/>
              </a:rPr>
              <a:t>Standard practice on Snowflake and BigQuery; “analytics engineering” becomes a job title</a:t>
            </a:r>
          </a:p>
        </p:txBody>
      </p:sp>
      <p:sp>
        <p:nvSpPr>
          <p:cNvPr id="126" name="Shape 126"/>
          <p:cNvSpPr/>
          <p:nvPr/>
        </p:nvSpPr>
        <p:spPr>
          <a:xfrm>
            <a:off x="902970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7" name="Shape 127"/>
          <p:cNvSpPr/>
          <p:nvPr/>
        </p:nvSpPr>
        <p:spPr>
          <a:xfrm>
            <a:off x="755904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2023–25</a:t>
            </a:r>
          </a:p>
          <a:p>
            <a:pPr algn="ctr">
              <a:lnSpc>
                <a:spcPct val="104000"/>
              </a:lnSpc>
              <a:spcBef>
                <a:spcPts val="400"/>
              </a:spcBef>
              <a:buNone/>
            </a:pPr>
            <a:r>
              <a:rPr lang="en-US" sz="1600" dirty="0">
                <a:solidFill>
                  <a:srgbClr val="364750"/>
                </a:solidFill>
                <a:latin typeface="Frutiger"/>
                <a:cs typeface="Frutiger"/>
              </a:rPr>
              <a:t>Databricks SQL and Redshift teams adopt; Microsoft ships dbt-fabric and dbt-fabricspark</a:t>
            </a:r>
          </a:p>
        </p:txBody>
      </p:sp>
      <p:sp>
        <p:nvSpPr>
          <p:cNvPr id="128" name="Shape 128"/>
          <p:cNvSpPr/>
          <p:nvPr/>
        </p:nvSpPr>
        <p:spPr>
          <a:xfrm>
            <a:off x="1235202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29" name="Shape 129"/>
          <p:cNvSpPr/>
          <p:nvPr/>
        </p:nvSpPr>
        <p:spPr>
          <a:xfrm>
            <a:off x="1088136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Oct 2025</a:t>
            </a:r>
          </a:p>
          <a:p>
            <a:pPr algn="ctr">
              <a:lnSpc>
                <a:spcPct val="104000"/>
              </a:lnSpc>
              <a:spcBef>
                <a:spcPts val="400"/>
              </a:spcBef>
              <a:buNone/>
            </a:pPr>
            <a:r>
              <a:rPr lang="en-US" sz="1600" dirty="0">
                <a:solidFill>
                  <a:srgbClr val="364750"/>
                </a:solidFill>
                <a:latin typeface="Frutiger"/>
                <a:cs typeface="Frutiger"/>
              </a:rPr>
              <a:t>Fivetran + dbt Labs merge — ingestion and transformation under one company</a:t>
            </a:r>
          </a:p>
        </p:txBody>
      </p:sp>
      <p:sp>
        <p:nvSpPr>
          <p:cNvPr id="130" name="Shape 130"/>
          <p:cNvSpPr/>
          <p:nvPr/>
        </p:nvSpPr>
        <p:spPr>
          <a:xfrm>
            <a:off x="1567434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1" name="Shape 131"/>
          <p:cNvSpPr/>
          <p:nvPr/>
        </p:nvSpPr>
        <p:spPr>
          <a:xfrm>
            <a:off x="1420368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Nov 2025</a:t>
            </a:r>
          </a:p>
          <a:p>
            <a:pPr algn="ctr">
              <a:lnSpc>
                <a:spcPct val="104000"/>
              </a:lnSpc>
              <a:spcBef>
                <a:spcPts val="400"/>
              </a:spcBef>
              <a:buNone/>
            </a:pPr>
            <a:r>
              <a:rPr lang="en-US" sz="1600" dirty="0">
                <a:solidFill>
                  <a:srgbClr val="364750"/>
                </a:solidFill>
                <a:latin typeface="Frutiger"/>
                <a:cs typeface="Frutiger"/>
              </a:rPr>
              <a:t>dbt job becomes a native Fabric item (preview); Fusion engine announced for Fabric in 2026</a:t>
            </a:r>
          </a:p>
        </p:txBody>
      </p:sp>
      <p:sp>
        <p:nvSpPr>
          <p:cNvPr id="140" name="Shape 140"/>
          <p:cNvSpPr/>
          <p:nvPr/>
        </p:nvSpPr>
        <p:spPr>
          <a:xfrm>
            <a:off x="838200" y="7416800"/>
            <a:ext cx="16611600" cy="1371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92200" y="7518400"/>
            <a:ext cx="16103600" cy="1168400"/>
          </a:xfrm>
          <a:prstGeom prst="rect">
            <a:avLst/>
          </a:prstGeom>
          <a:noFill/>
          <a:ln>
            <a:noFill/>
          </a:ln>
        </p:spPr>
        <p:txBody>
          <a:bodyPr wrap="square" lIns="0" tIns="0" rIns="0" bIns="0" anchor="ctr">
            <a:normAutofit/>
          </a:bodyPr>
          <a:lstStyle/>
          <a:p>
            <a:pPr>
              <a:lnSpc>
                <a:spcPct val="106000"/>
              </a:lnSpc>
              <a:buNone/>
            </a:pPr>
            <a:r>
              <a:rPr lang="en-US" sz="2000" b="1" dirty="0">
                <a:solidFill>
                  <a:srgbClr val="001F6B"/>
                </a:solidFill>
                <a:latin typeface="Frutiger"/>
                <a:cs typeface="Frutiger"/>
              </a:rPr>
              <a:t>Why this matters in a Microsoft shop.  </a:t>
            </a:r>
            <a:r>
              <a:rPr lang="en-US" sz="1800" dirty="0">
                <a:solidFill>
                  <a:srgbClr val="364750"/>
                </a:solidFill>
                <a:latin typeface="Frutiger"/>
                <a:cs typeface="Frutiger"/>
              </a:rPr>
              <a:t>The workflow you learn today is the one Snowflake and Databricks teams have standardized on — so the skills, packages, hiring pool and community answers transfer. Fabric now has first-party adapters and a native dbt job: you no longer choose between “the Microsoft way” and the industry’s default transformation layer.</a:t>
            </a:r>
          </a:p>
        </p:txBody>
      </p:sp>
      <p:sp>
        <p:nvSpPr>
          <p:cNvPr id="142" name="Shape 142"/>
          <p:cNvSpPr/>
          <p:nvPr/>
        </p:nvSpPr>
        <p:spPr>
          <a:xfrm>
            <a:off x="838200" y="8890000"/>
            <a:ext cx="16611600" cy="330200"/>
          </a:xfrm>
          <a:prstGeom prst="rect">
            <a:avLst/>
          </a:prstGeom>
          <a:noFill/>
          <a:ln>
            <a:noFill/>
          </a:ln>
        </p:spPr>
        <p:txBody>
          <a:bodyPr wrap="square" lIns="0" tIns="0" rIns="0" bIns="0" anchor="t">
            <a:normAutofit/>
          </a:bodyPr>
          <a:lstStyle/>
          <a:p>
            <a:pPr>
              <a:buNone/>
            </a:pPr>
            <a:r>
              <a:rPr lang="en-US" sz="1300" i="1" dirty="0">
                <a:solidFill>
                  <a:srgbClr val="667780"/>
                </a:solidFill>
                <a:latin typeface="Frutiger"/>
                <a:cs typeface="Frutiger"/>
              </a:rPr>
              <a:t>Figures are vendor-reported (dbt Labs, Snowflake, Databricks, Microsoft) and were checked September 2026 — re-verify before presenting.</a:t>
            </a:r>
          </a:p>
        </p:txBody>
      </p:sp>
    </p:spTree>
    <p:extLst>
      <p:ext uri="{BB962C8B-B14F-4D97-AF65-F5344CB8AC3E}">
        <p14:creationId xmlns:p14="http://schemas.microsoft.com/office/powerpoint/2010/main" val="3929917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dirty="0">
                <a:solidFill>
                  <a:srgbClr val="E40046"/>
                </a:solidFill>
                <a:latin typeface="Frutiger"/>
                <a:ea typeface="Frutiger"/>
                <a:cs typeface="Frutiger"/>
              </a:rPr>
              <a:t>PRODUCT CHOICES</a:t>
            </a:r>
            <a:endParaRPr sz="1801" dirty="0"/>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dbt Core, adapters and the managed options</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05</a:t>
            </a:r>
            <a:endParaRPr sz="1801"/>
          </a:p>
        </p:txBody>
      </p:sp>
      <p:graphicFrame>
        <p:nvGraphicFramePr>
          <p:cNvPr id="100" name="Table 100"/>
          <p:cNvGraphicFramePr>
            <a:graphicFrameLocks noGrp="1"/>
          </p:cNvGraphicFramePr>
          <p:nvPr/>
        </p:nvGraphicFramePr>
        <p:xfrm>
          <a:off x="838200" y="2362200"/>
          <a:ext cx="16611600" cy="5435600"/>
        </p:xfrm>
        <a:graphic>
          <a:graphicData uri="http://schemas.openxmlformats.org/drawingml/2006/table">
            <a:tbl>
              <a:tblPr/>
              <a:tblGrid>
                <a:gridCol w="2159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5054600">
                  <a:extLst>
                    <a:ext uri="{9D8B030D-6E8A-4147-A177-3AD203B41FA5}">
                      <a16:colId xmlns:a16="http://schemas.microsoft.com/office/drawing/2014/main" val="20004"/>
                    </a:ext>
                  </a:extLst>
                </a:gridCol>
              </a:tblGrid>
              <a:tr h="558800">
                <a:tc>
                  <a:txBody>
                    <a:bodyPr/>
                    <a:lstStyle/>
                    <a:p>
                      <a:pPr algn="l">
                        <a:buNone/>
                      </a:pPr>
                      <a:endParaRP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What it is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Who hosts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Used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Keep in mind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219200">
                <a:tc>
                  <a:txBody>
                    <a:bodyPr/>
                    <a:lstStyle/>
                    <a:p>
                      <a:pPr algn="l">
                        <a:buNone/>
                      </a:pPr>
                      <a:r>
                        <a:rPr lang="en-US" sz="1900" b="1" dirty="0">
                          <a:solidFill>
                            <a:srgbClr val="001F6B"/>
                          </a:solidFill>
                          <a:latin typeface="Consolas"/>
                          <a:cs typeface="Consolas"/>
                        </a:rPr>
                        <a:t>dbt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Open-source CLI: compile, build, test, docs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You — laptop, agent, container, notebook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 — every demo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 subscription. You own scheduling, secrets, logs and upgrades.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219200">
                <a:tc>
                  <a:txBody>
                    <a:bodyPr/>
                    <a:lstStyle/>
                    <a:p>
                      <a:pPr algn="l">
                        <a:buNone/>
                      </a:pPr>
                      <a:r>
                        <a:rPr lang="en-US" sz="1900" b="1" dirty="0">
                          <a:solidFill>
                            <a:srgbClr val="001F6B"/>
                          </a:solidFill>
                          <a:latin typeface="Consolas"/>
                          <a:cs typeface="Consolas"/>
                        </a:rPr>
                        <a:t>Adapters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Python packages that translate dbt to a platform: dbt-fabric, dbt-fabricspark,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Installed alongside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Each has its own version, maintainer and feature matrix. Pin them.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219200">
                <a:tc>
                  <a:txBody>
                    <a:bodyPr/>
                    <a:lstStyle/>
                    <a:p>
                      <a:pPr algn="l">
                        <a:buNone/>
                      </a:pPr>
                      <a:r>
                        <a:rPr lang="en-US" sz="1900" b="1" dirty="0">
                          <a:solidFill>
                            <a:srgbClr val="001F6B"/>
                          </a:solidFill>
                          <a:latin typeface="Consolas"/>
                          <a:cs typeface="Consolas"/>
                        </a:rPr>
                        <a:t>Managed dbt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Hosted IDE, scheduler, docs hosting, environments, alerts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dbt Labs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Adds workflow and governance features; a separate commercial decision. No pricing claims here.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219200">
                <a:tc>
                  <a:txBody>
                    <a:bodyPr/>
                    <a:lstStyle/>
                    <a:p>
                      <a:pPr algn="l">
                        <a:buNone/>
                      </a:pPr>
                      <a:r>
                        <a:rPr lang="en-US" sz="1900" b="1" dirty="0">
                          <a:solidFill>
                            <a:srgbClr val="001F6B"/>
                          </a:solidFill>
                          <a:latin typeface="Consolas"/>
                          <a:cs typeface="Consolas"/>
                        </a:rPr>
                        <a:t>Fusion engine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Newer dbt runtime with its own feature and adapter coverage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Varies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 Python adapter in a catalog is not evidence it runs everywhere. Check support before planning on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838200" y="8255000"/>
            <a:ext cx="16611600" cy="838200"/>
          </a:xfrm>
          <a:prstGeom prst="rect">
            <a:avLst/>
          </a:prstGeom>
          <a:solidFill>
            <a:srgbClr val="F4F6FA"/>
          </a:solidFill>
          <a:ln>
            <a:noFill/>
          </a:ln>
        </p:spPr>
        <p:txBody>
          <a:bodyPr wrap="square" lIns="228600" tIns="50800" rIns="228600" bIns="50800" anchor="ctr">
            <a:normAutofit/>
          </a:bodyPr>
          <a:lstStyle/>
          <a:p>
            <a:pPr>
              <a:buNone/>
            </a:pPr>
            <a:r>
              <a:rPr lang="en-US" sz="2000" b="1" dirty="0">
                <a:solidFill>
                  <a:srgbClr val="001F6B"/>
                </a:solidFill>
                <a:latin typeface="Frutiger"/>
                <a:cs typeface="Frutiger"/>
              </a:rPr>
              <a:t>Rule of thumb: </a:t>
            </a:r>
            <a:r>
              <a:rPr lang="en-US" sz="1900" dirty="0">
                <a:solidFill>
                  <a:srgbClr val="364750"/>
                </a:solidFill>
                <a:latin typeface="Frutiger"/>
                <a:cs typeface="Frutiger"/>
              </a:rPr>
              <a:t>learn the workflow on Core with the adapter for the platform you already run. Everything you build — models, tests, docs, Git history — carries forward whichever runtime or hosting you choose later.</a:t>
            </a:r>
          </a:p>
        </p:txBody>
      </p:sp>
    </p:spTree>
    <p:extLst>
      <p:ext uri="{BB962C8B-B14F-4D97-AF65-F5344CB8AC3E}">
        <p14:creationId xmlns:p14="http://schemas.microsoft.com/office/powerpoint/2010/main" val="1894936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MODEL</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Who runs what?</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06</a:t>
            </a:r>
            <a:endParaRPr sz="1801" dirty="0"/>
          </a:p>
        </p:txBody>
      </p:sp>
      <p:sp>
        <p:nvSpPr>
          <p:cNvPr id="100" name="Shape 100"/>
          <p:cNvSpPr/>
          <p:nvPr/>
        </p:nvSpPr>
        <p:spPr>
          <a:xfrm>
            <a:off x="8382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38400"/>
            <a:ext cx="6604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1430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DBT PROCESS RUNS</a:t>
            </a:r>
          </a:p>
          <a:p>
            <a:pPr>
              <a:spcBef>
                <a:spcPts val="200"/>
              </a:spcBef>
              <a:buNone/>
            </a:pPr>
            <a:r>
              <a:rPr lang="en-US" sz="2800" b="1" dirty="0">
                <a:solidFill>
                  <a:srgbClr val="001F6B"/>
                </a:solidFill>
                <a:latin typeface="Frutiger"/>
                <a:cs typeface="Frutiger"/>
              </a:rPr>
              <a:t>dbt Core (CLI)</a:t>
            </a:r>
          </a:p>
          <a:p>
            <a:pPr>
              <a:spcBef>
                <a:spcPts val="200"/>
              </a:spcBef>
              <a:buNone/>
            </a:pPr>
            <a:r>
              <a:rPr lang="en-US" sz="1900" dirty="0">
                <a:solidFill>
                  <a:srgbClr val="667780"/>
                </a:solidFill>
                <a:latin typeface="Frutiger"/>
                <a:cs typeface="Frutiger"/>
              </a:rPr>
              <a:t>Your laptop · an Azure DevOps agent · a container · a Fabric notebook</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Reads the project files from Git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Compiles Jinja + ref() into plain SQL</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Sends CREATE / SELECT statements to the engine</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Collects results, runs tests, writes logs and artifacts</a:t>
            </a:r>
          </a:p>
        </p:txBody>
      </p:sp>
      <p:sp>
        <p:nvSpPr>
          <p:cNvPr id="110" name="Shape 110"/>
          <p:cNvSpPr/>
          <p:nvPr/>
        </p:nvSpPr>
        <p:spPr>
          <a:xfrm>
            <a:off x="108458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845800" y="2438400"/>
            <a:ext cx="6604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2" name="Shape 112"/>
          <p:cNvSpPr/>
          <p:nvPr/>
        </p:nvSpPr>
        <p:spPr>
          <a:xfrm>
            <a:off x="111506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SQL EXECUTES</a:t>
            </a:r>
          </a:p>
          <a:p>
            <a:pPr>
              <a:spcBef>
                <a:spcPts val="200"/>
              </a:spcBef>
              <a:buNone/>
            </a:pPr>
            <a:r>
              <a:rPr lang="en-US" sz="2800" b="1" dirty="0">
                <a:solidFill>
                  <a:srgbClr val="001F6B"/>
                </a:solidFill>
                <a:latin typeface="Frutiger"/>
                <a:cs typeface="Frutiger"/>
              </a:rPr>
              <a:t>Your data platform</a:t>
            </a:r>
          </a:p>
          <a:p>
            <a:pPr>
              <a:spcBef>
                <a:spcPts val="200"/>
              </a:spcBef>
              <a:buNone/>
            </a:pPr>
            <a:r>
              <a:rPr lang="en-US" sz="1900" dirty="0">
                <a:solidFill>
                  <a:srgbClr val="667780"/>
                </a:solidFill>
                <a:latin typeface="Frutiger"/>
                <a:cs typeface="Frutiger"/>
              </a:rPr>
              <a:t>Fabric Warehouse · Fabric Lakehouse (Spark) · Fabric SQL database · Azure SQL / SQL Server</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Runs the compiled SQL where the data already lives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Builds the views and tables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Stores the results — nothing is copied to the dbt host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Does the heavy lifting; dbt does the coordinating</a:t>
            </a:r>
          </a:p>
        </p:txBody>
      </p:sp>
      <p:cxnSp>
        <p:nvCxnSpPr>
          <p:cNvPr id="120" name="Line 120"/>
          <p:cNvCxnSpPr/>
          <p:nvPr/>
        </p:nvCxnSpPr>
        <p:spPr>
          <a:xfrm>
            <a:off x="7569200" y="3975100"/>
            <a:ext cx="3149600" cy="0"/>
          </a:xfrm>
          <a:prstGeom prst="line">
            <a:avLst/>
          </a:prstGeom>
          <a:ln w="38100">
            <a:solidFill>
              <a:srgbClr val="001F6B"/>
            </a:solidFill>
            <a:tailEnd type="triangle" w="med" len="med"/>
          </a:ln>
        </p:spPr>
      </p:cxnSp>
      <p:cxnSp>
        <p:nvCxnSpPr>
          <p:cNvPr id="121" name="Line 121"/>
          <p:cNvCxnSpPr/>
          <p:nvPr/>
        </p:nvCxnSpPr>
        <p:spPr>
          <a:xfrm flipH="1">
            <a:off x="7569200" y="4533900"/>
            <a:ext cx="3149600" cy="0"/>
          </a:xfrm>
          <a:prstGeom prst="line">
            <a:avLst/>
          </a:prstGeom>
          <a:ln w="25400">
            <a:solidFill>
              <a:srgbClr val="667780"/>
            </a:solidFill>
            <a:prstDash val="dash"/>
            <a:tailEnd type="triangle" w="med" len="med"/>
          </a:ln>
        </p:spPr>
      </p:cxnSp>
      <p:sp>
        <p:nvSpPr>
          <p:cNvPr id="122" name="Shape 122"/>
          <p:cNvSpPr/>
          <p:nvPr/>
        </p:nvSpPr>
        <p:spPr>
          <a:xfrm>
            <a:off x="8128000" y="3238500"/>
            <a:ext cx="2032000" cy="533400"/>
          </a:xfrm>
          <a:prstGeom prst="roundRect">
            <a:avLst>
              <a:gd name="adj" fmla="val 50000"/>
            </a:avLst>
          </a:prstGeom>
          <a:solidFill>
            <a:srgbClr val="FFFFFF"/>
          </a:solidFill>
          <a:ln w="19050">
            <a:solidFill>
              <a:srgbClr val="001F6B"/>
            </a:solidFill>
          </a:ln>
        </p:spPr>
        <p:txBody>
          <a:bodyPr wrap="square" lIns="0" tIns="0" rIns="0" bIns="0" anchor="ctr">
            <a:normAutofit/>
          </a:bodyPr>
          <a:lstStyle/>
          <a:p>
            <a:pPr algn="ctr">
              <a:buNone/>
            </a:pPr>
            <a:r>
              <a:rPr lang="en-US" sz="2000" b="1" dirty="0">
                <a:solidFill>
                  <a:srgbClr val="001F6B"/>
                </a:solidFill>
                <a:latin typeface="Frutiger"/>
                <a:cs typeface="Frutiger"/>
              </a:rPr>
              <a:t>adapter</a:t>
            </a:r>
          </a:p>
        </p:txBody>
      </p:sp>
      <p:sp>
        <p:nvSpPr>
          <p:cNvPr id="123" name="Shape 123"/>
          <p:cNvSpPr/>
          <p:nvPr/>
        </p:nvSpPr>
        <p:spPr>
          <a:xfrm>
            <a:off x="7569200" y="4051300"/>
            <a:ext cx="3149600" cy="431800"/>
          </a:xfrm>
          <a:prstGeom prst="rect">
            <a:avLst/>
          </a:prstGeom>
          <a:noFill/>
          <a:ln>
            <a:noFill/>
          </a:ln>
        </p:spPr>
        <p:txBody>
          <a:bodyPr wrap="square" lIns="0" tIns="0" rIns="0" bIns="0" anchor="ctr">
            <a:normAutofit/>
          </a:bodyPr>
          <a:lstStyle/>
          <a:p>
            <a:pPr algn="ctr">
              <a:buNone/>
            </a:pPr>
            <a:r>
              <a:rPr lang="en-US" sz="1800" dirty="0">
                <a:solidFill>
                  <a:srgbClr val="001F6B"/>
                </a:solidFill>
                <a:latin typeface="Frutiger"/>
                <a:cs typeface="Frutiger"/>
              </a:rPr>
              <a:t>compiled SQL  →</a:t>
            </a:r>
          </a:p>
        </p:txBody>
      </p:sp>
      <p:sp>
        <p:nvSpPr>
          <p:cNvPr id="124" name="Shape 124"/>
          <p:cNvSpPr/>
          <p:nvPr/>
        </p:nvSpPr>
        <p:spPr>
          <a:xfrm>
            <a:off x="7569200" y="4610100"/>
            <a:ext cx="3149600" cy="431800"/>
          </a:xfrm>
          <a:prstGeom prst="rect">
            <a:avLst/>
          </a:prstGeom>
          <a:noFill/>
          <a:ln>
            <a:noFill/>
          </a:ln>
        </p:spPr>
        <p:txBody>
          <a:bodyPr wrap="square" lIns="0" tIns="0" rIns="0" bIns="0" anchor="ctr">
            <a:normAutofit/>
          </a:bodyPr>
          <a:lstStyle/>
          <a:p>
            <a:pPr algn="ctr">
              <a:buNone/>
            </a:pPr>
            <a:r>
              <a:rPr lang="en-US" sz="1800" dirty="0">
                <a:solidFill>
                  <a:srgbClr val="667780"/>
                </a:solidFill>
                <a:latin typeface="Frutiger"/>
                <a:cs typeface="Frutiger"/>
              </a:rPr>
              <a:t>←  status, row counts, errors</a:t>
            </a:r>
          </a:p>
        </p:txBody>
      </p:sp>
      <p:sp>
        <p:nvSpPr>
          <p:cNvPr id="130" name="Shape 130"/>
          <p:cNvSpPr/>
          <p:nvPr/>
        </p:nvSpPr>
        <p:spPr>
          <a:xfrm>
            <a:off x="838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1" name="Shape 131"/>
          <p:cNvSpPr/>
          <p:nvPr/>
        </p:nvSpPr>
        <p:spPr>
          <a:xfrm>
            <a:off x="1092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Data stays put</a:t>
            </a:r>
          </a:p>
          <a:p>
            <a:pPr>
              <a:lnSpc>
                <a:spcPct val="108000"/>
              </a:lnSpc>
              <a:spcBef>
                <a:spcPts val="800"/>
              </a:spcBef>
              <a:buNone/>
            </a:pPr>
            <a:r>
              <a:rPr lang="en-US" sz="2000" dirty="0">
                <a:solidFill>
                  <a:srgbClr val="364750"/>
                </a:solidFill>
                <a:latin typeface="Frutiger"/>
                <a:cs typeface="Frutiger"/>
              </a:rPr>
              <a:t>The dbt host never receives the tables. It sends SQL and reads back status, so a laptop can drive a multi-terabyte Warehouse.</a:t>
            </a:r>
          </a:p>
        </p:txBody>
      </p:sp>
      <p:sp>
        <p:nvSpPr>
          <p:cNvPr id="132" name="Shape 132"/>
          <p:cNvSpPr/>
          <p:nvPr/>
        </p:nvSpPr>
        <p:spPr>
          <a:xfrm>
            <a:off x="6426200" y="6197600"/>
            <a:ext cx="508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33" name="Shape 133"/>
          <p:cNvSpPr/>
          <p:nvPr/>
        </p:nvSpPr>
        <p:spPr>
          <a:xfrm>
            <a:off x="6680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Move the host, keep the SQL</a:t>
            </a:r>
          </a:p>
          <a:p>
            <a:pPr>
              <a:lnSpc>
                <a:spcPct val="108000"/>
              </a:lnSpc>
              <a:spcBef>
                <a:spcPts val="800"/>
              </a:spcBef>
              <a:buNone/>
            </a:pPr>
            <a:r>
              <a:rPr lang="en-US" sz="2000" dirty="0">
                <a:solidFill>
                  <a:srgbClr val="364750"/>
                </a:solidFill>
                <a:latin typeface="Frutiger"/>
                <a:cs typeface="Frutiger"/>
              </a:rPr>
              <a:t>Going from laptop to build agent changes identity, network and credentials — not one line of model code.</a:t>
            </a:r>
          </a:p>
        </p:txBody>
      </p:sp>
      <p:sp>
        <p:nvSpPr>
          <p:cNvPr id="134" name="Shape 134"/>
          <p:cNvSpPr/>
          <p:nvPr/>
        </p:nvSpPr>
        <p:spPr>
          <a:xfrm>
            <a:off x="12014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12268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The adapter is the translator</a:t>
            </a:r>
          </a:p>
          <a:p>
            <a:pPr>
              <a:lnSpc>
                <a:spcPct val="108000"/>
              </a:lnSpc>
              <a:spcBef>
                <a:spcPts val="800"/>
              </a:spcBef>
              <a:buNone/>
            </a:pPr>
            <a:r>
              <a:rPr lang="en-US" sz="2000" dirty="0">
                <a:solidFill>
                  <a:srgbClr val="364750"/>
                </a:solidFill>
                <a:latin typeface="Frutiger"/>
                <a:cs typeface="Frutiger"/>
              </a:rPr>
              <a:t>dbt-fabric, dbt-fabricspark and dbt-sqlserver turn one project into T-SQL or Spark SQL for the target you pick.</a:t>
            </a:r>
          </a:p>
        </p:txBody>
      </p:sp>
    </p:spTree>
    <p:extLst>
      <p:ext uri="{BB962C8B-B14F-4D97-AF65-F5344CB8AC3E}">
        <p14:creationId xmlns:p14="http://schemas.microsoft.com/office/powerpoint/2010/main" val="1383063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TERMINOLOGY</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Eight words you’ll hear all hour</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07</a:t>
            </a:r>
            <a:endParaRPr sz="1801"/>
          </a:p>
        </p:txBody>
      </p:sp>
      <p:sp>
        <p:nvSpPr>
          <p:cNvPr id="100" name="Shape 100"/>
          <p:cNvSpPr/>
          <p:nvPr/>
        </p:nvSpPr>
        <p:spPr>
          <a:xfrm>
            <a:off x="8382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414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model</a:t>
            </a:r>
          </a:p>
        </p:txBody>
      </p:sp>
      <p:sp>
        <p:nvSpPr>
          <p:cNvPr id="103" name="Shape 103"/>
          <p:cNvSpPr/>
          <p:nvPr/>
        </p:nvSpPr>
        <p:spPr>
          <a:xfrm>
            <a:off x="10414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.sql file containing one SELECT. dbt turns it into a view or table named after the file.</a:t>
            </a:r>
          </a:p>
        </p:txBody>
      </p:sp>
      <p:sp>
        <p:nvSpPr>
          <p:cNvPr id="504" name="Shape 504"/>
          <p:cNvSpPr/>
          <p:nvPr/>
        </p:nvSpPr>
        <p:spPr>
          <a:xfrm>
            <a:off x="10414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stg_orders.sql → stg_orders</a:t>
            </a:r>
          </a:p>
        </p:txBody>
      </p:sp>
      <p:sp>
        <p:nvSpPr>
          <p:cNvPr id="104" name="Shape 104"/>
          <p:cNvSpPr/>
          <p:nvPr/>
        </p:nvSpPr>
        <p:spPr>
          <a:xfrm>
            <a:off x="50673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50673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705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seed</a:t>
            </a:r>
          </a:p>
        </p:txBody>
      </p:sp>
      <p:sp>
        <p:nvSpPr>
          <p:cNvPr id="107" name="Shape 107"/>
          <p:cNvSpPr/>
          <p:nvPr/>
        </p:nvSpPr>
        <p:spPr>
          <a:xfrm>
            <a:off x="52705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small CSV in seeds/ that dbt loads as a table. For fixtures and lookups — today it stands in for ingestion of the raw tables.</a:t>
            </a:r>
          </a:p>
        </p:txBody>
      </p:sp>
      <p:sp>
        <p:nvSpPr>
          <p:cNvPr id="508" name="Shape 508"/>
          <p:cNvSpPr/>
          <p:nvPr/>
        </p:nvSpPr>
        <p:spPr>
          <a:xfrm>
            <a:off x="52705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raw_orders.csv → raw.raw_orders</a:t>
            </a:r>
          </a:p>
        </p:txBody>
      </p:sp>
      <p:sp>
        <p:nvSpPr>
          <p:cNvPr id="108" name="Shape 108"/>
          <p:cNvSpPr/>
          <p:nvPr/>
        </p:nvSpPr>
        <p:spPr>
          <a:xfrm>
            <a:off x="92964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92964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source</a:t>
            </a:r>
          </a:p>
        </p:txBody>
      </p:sp>
      <p:sp>
        <p:nvSpPr>
          <p:cNvPr id="111" name="Shape 111"/>
          <p:cNvSpPr/>
          <p:nvPr/>
        </p:nvSpPr>
        <p:spPr>
          <a:xfrm>
            <a:off x="94996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declaration of a table that something else owns (ingestion, another team). Gives the graph a named, documented input.</a:t>
            </a:r>
          </a:p>
        </p:txBody>
      </p:sp>
      <p:sp>
        <p:nvSpPr>
          <p:cNvPr id="512" name="Shape 512"/>
          <p:cNvSpPr/>
          <p:nvPr/>
        </p:nvSpPr>
        <p:spPr>
          <a:xfrm>
            <a:off x="94996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source('ecom', 'raw_orders') }}</a:t>
            </a:r>
          </a:p>
        </p:txBody>
      </p:sp>
      <p:sp>
        <p:nvSpPr>
          <p:cNvPr id="112" name="Shape 112"/>
          <p:cNvSpPr/>
          <p:nvPr/>
        </p:nvSpPr>
        <p:spPr>
          <a:xfrm>
            <a:off x="135255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13525500" y="23368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287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ref()</a:t>
            </a:r>
          </a:p>
        </p:txBody>
      </p:sp>
      <p:sp>
        <p:nvSpPr>
          <p:cNvPr id="115" name="Shape 115"/>
          <p:cNvSpPr/>
          <p:nvPr/>
        </p:nvSpPr>
        <p:spPr>
          <a:xfrm>
            <a:off x="137287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function that links models. It resolves to the right relation for the target and tells dbt what depends on what.</a:t>
            </a:r>
          </a:p>
        </p:txBody>
      </p:sp>
      <p:sp>
        <p:nvSpPr>
          <p:cNvPr id="516" name="Shape 516"/>
          <p:cNvSpPr/>
          <p:nvPr/>
        </p:nvSpPr>
        <p:spPr>
          <a:xfrm>
            <a:off x="137287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ref('stg_orders') }}</a:t>
            </a:r>
          </a:p>
        </p:txBody>
      </p:sp>
      <p:sp>
        <p:nvSpPr>
          <p:cNvPr id="116" name="Shape 116"/>
          <p:cNvSpPr/>
          <p:nvPr/>
        </p:nvSpPr>
        <p:spPr>
          <a:xfrm>
            <a:off x="8382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8382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10414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test</a:t>
            </a:r>
          </a:p>
        </p:txBody>
      </p:sp>
      <p:sp>
        <p:nvSpPr>
          <p:cNvPr id="119" name="Shape 119"/>
          <p:cNvSpPr/>
          <p:nvPr/>
        </p:nvSpPr>
        <p:spPr>
          <a:xfrm>
            <a:off x="10414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query that returns failing rows. Generic tests come from YAML (unique, not_null…); singular tests are SQL files in tests/.</a:t>
            </a:r>
          </a:p>
        </p:txBody>
      </p:sp>
      <p:sp>
        <p:nvSpPr>
          <p:cNvPr id="520" name="Shape 520"/>
          <p:cNvSpPr/>
          <p:nvPr/>
        </p:nvSpPr>
        <p:spPr>
          <a:xfrm>
            <a:off x="10414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accepted_values: [new, returning]</a:t>
            </a:r>
          </a:p>
        </p:txBody>
      </p:sp>
      <p:sp>
        <p:nvSpPr>
          <p:cNvPr id="120" name="Shape 120"/>
          <p:cNvSpPr/>
          <p:nvPr/>
        </p:nvSpPr>
        <p:spPr>
          <a:xfrm>
            <a:off x="50673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50673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52705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materialization</a:t>
            </a:r>
          </a:p>
        </p:txBody>
      </p:sp>
      <p:sp>
        <p:nvSpPr>
          <p:cNvPr id="123" name="Shape 123"/>
          <p:cNvSpPr/>
          <p:nvPr/>
        </p:nvSpPr>
        <p:spPr>
          <a:xfrm>
            <a:off x="52705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How a model is built: view, table, incremental or ephemeral. Set per folder or per model; the SELECT stays the same.</a:t>
            </a:r>
          </a:p>
        </p:txBody>
      </p:sp>
      <p:sp>
        <p:nvSpPr>
          <p:cNvPr id="524" name="Shape 524"/>
          <p:cNvSpPr/>
          <p:nvPr/>
        </p:nvSpPr>
        <p:spPr>
          <a:xfrm>
            <a:off x="52705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 table</a:t>
            </a:r>
          </a:p>
        </p:txBody>
      </p:sp>
      <p:sp>
        <p:nvSpPr>
          <p:cNvPr id="124" name="Shape 124"/>
          <p:cNvSpPr/>
          <p:nvPr/>
        </p:nvSpPr>
        <p:spPr>
          <a:xfrm>
            <a:off x="92964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5" name="Shape 125"/>
          <p:cNvSpPr/>
          <p:nvPr/>
        </p:nvSpPr>
        <p:spPr>
          <a:xfrm>
            <a:off x="92964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6" name="Shape 126"/>
          <p:cNvSpPr/>
          <p:nvPr/>
        </p:nvSpPr>
        <p:spPr>
          <a:xfrm>
            <a:off x="94996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profile / target</a:t>
            </a:r>
          </a:p>
        </p:txBody>
      </p:sp>
      <p:sp>
        <p:nvSpPr>
          <p:cNvPr id="127" name="Shape 127"/>
          <p:cNvSpPr/>
          <p:nvPr/>
        </p:nvSpPr>
        <p:spPr>
          <a:xfrm>
            <a:off x="94996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connection: adapter, host, database, schema, credentials. Lives in profiles.yml (secrets via environment variables); a target is one named environment (warehouse, lakehouse, sqldb, ci).</a:t>
            </a:r>
          </a:p>
        </p:txBody>
      </p:sp>
      <p:sp>
        <p:nvSpPr>
          <p:cNvPr id="528" name="Shape 528"/>
          <p:cNvSpPr/>
          <p:nvPr/>
        </p:nvSpPr>
        <p:spPr>
          <a:xfrm>
            <a:off x="94996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profiles.yml → --target lakehouse</a:t>
            </a:r>
          </a:p>
        </p:txBody>
      </p:sp>
      <p:sp>
        <p:nvSpPr>
          <p:cNvPr id="128" name="Shape 128"/>
          <p:cNvSpPr/>
          <p:nvPr/>
        </p:nvSpPr>
        <p:spPr>
          <a:xfrm>
            <a:off x="135255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9" name="Shape 129"/>
          <p:cNvSpPr/>
          <p:nvPr/>
        </p:nvSpPr>
        <p:spPr>
          <a:xfrm>
            <a:off x="13525500" y="55372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0" name="Shape 130"/>
          <p:cNvSpPr/>
          <p:nvPr/>
        </p:nvSpPr>
        <p:spPr>
          <a:xfrm>
            <a:off x="137287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adapter</a:t>
            </a:r>
          </a:p>
        </p:txBody>
      </p:sp>
      <p:sp>
        <p:nvSpPr>
          <p:cNvPr id="131" name="Shape 131"/>
          <p:cNvSpPr/>
          <p:nvPr/>
        </p:nvSpPr>
        <p:spPr>
          <a:xfrm>
            <a:off x="137287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Python package that teaches dbt a platform’s SQL dialect and DDL. One per engine, installed alongside dbt Core.</a:t>
            </a:r>
          </a:p>
        </p:txBody>
      </p:sp>
      <p:sp>
        <p:nvSpPr>
          <p:cNvPr id="532" name="Shape 532"/>
          <p:cNvSpPr/>
          <p:nvPr/>
        </p:nvSpPr>
        <p:spPr>
          <a:xfrm>
            <a:off x="137287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dbt-fabric · dbt-fabricspark · dbt-sqlserver</a:t>
            </a:r>
          </a:p>
        </p:txBody>
      </p:sp>
      <p:sp>
        <p:nvSpPr>
          <p:cNvPr id="200" name="Shape 200"/>
          <p:cNvSpPr/>
          <p:nvPr/>
        </p:nvSpPr>
        <p:spPr>
          <a:xfrm>
            <a:off x="838200" y="8763000"/>
            <a:ext cx="16611600" cy="381000"/>
          </a:xfrm>
          <a:prstGeom prst="rect">
            <a:avLst/>
          </a:prstGeom>
          <a:noFill/>
          <a:ln>
            <a:noFill/>
          </a:ln>
        </p:spPr>
        <p:txBody>
          <a:bodyPr wrap="square" lIns="0" tIns="0" rIns="0" bIns="0" anchor="t">
            <a:normAutofit fontScale="92500"/>
          </a:bodyPr>
          <a:lstStyle/>
          <a:p>
            <a:pPr>
              <a:buNone/>
            </a:pPr>
            <a:r>
              <a:rPr lang="en-US" sz="1600" b="1" dirty="0">
                <a:solidFill>
                  <a:srgbClr val="001F6B"/>
                </a:solidFill>
                <a:latin typeface="Frutiger"/>
                <a:cs typeface="Frutiger"/>
              </a:rPr>
              <a:t>Also worth knowing:  </a:t>
            </a:r>
            <a:r>
              <a:rPr lang="en-US" sz="1600" dirty="0">
                <a:solidFill>
                  <a:srgbClr val="364750"/>
                </a:solidFill>
                <a:latin typeface="Frutiger"/>
                <a:cs typeface="Frutiger"/>
              </a:rPr>
              <a:t>DAG — the dependency graph ref() builds   ·   macro — a reusable Jinja snippet   ·   package — shared macros and tests (dbt_utils)   ·   artifacts — manifest.json and run_results.json in target/</a:t>
            </a:r>
          </a:p>
        </p:txBody>
      </p:sp>
    </p:spTree>
    <p:extLst>
      <p:ext uri="{BB962C8B-B14F-4D97-AF65-F5344CB8AC3E}">
        <p14:creationId xmlns:p14="http://schemas.microsoft.com/office/powerpoint/2010/main" val="1525687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ANATOMY OF A PROJECT</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A folder of SQL and YAML — that’s the whole thing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08</a:t>
            </a:r>
            <a:endParaRPr sz="1801" dirty="0"/>
          </a:p>
        </p:txBody>
      </p:sp>
      <p:sp>
        <p:nvSpPr>
          <p:cNvPr id="100" name="Code 100"/>
          <p:cNvSpPr/>
          <p:nvPr/>
        </p:nvSpPr>
        <p:spPr>
          <a:xfrm>
            <a:off x="838200" y="2413000"/>
            <a:ext cx="7747000" cy="67056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2000"/>
              </a:lnSpc>
              <a:buNone/>
            </a:pPr>
            <a:r>
              <a:rPr lang="en-US" sz="1700" dirty="0">
                <a:solidFill>
                  <a:srgbClr val="8EC5FF"/>
                </a:solidFill>
                <a:latin typeface="Consolas"/>
                <a:cs typeface="Consolas"/>
              </a:rPr>
              <a:t>jaffle_shop/</a:t>
            </a:r>
          </a:p>
          <a:p>
            <a:pPr>
              <a:lnSpc>
                <a:spcPct val="122000"/>
              </a:lnSpc>
              <a:buNone/>
            </a:pPr>
            <a:r>
              <a:rPr lang="en-US" sz="1700" dirty="0">
                <a:solidFill>
                  <a:srgbClr val="E8ECF5"/>
                </a:solidFill>
                <a:latin typeface="Consolas"/>
                <a:cs typeface="Consolas"/>
              </a:rPr>
              <a:t>├── dbt_project.yml</a:t>
            </a:r>
            <a:r>
              <a:rPr lang="en-US" sz="1700" dirty="0">
                <a:solidFill>
                  <a:srgbClr val="8E9DC5"/>
                </a:solidFill>
                <a:latin typeface="Consolas"/>
                <a:cs typeface="Consolas"/>
              </a:rPr>
              <a:t>        # name, paths, defaults</a:t>
            </a:r>
          </a:p>
          <a:p>
            <a:pPr>
              <a:lnSpc>
                <a:spcPct val="122000"/>
              </a:lnSpc>
              <a:buNone/>
            </a:pPr>
            <a:r>
              <a:rPr lang="en-US" sz="1700" dirty="0">
                <a:solidFill>
                  <a:srgbClr val="E8ECF5"/>
                </a:solidFill>
                <a:latin typeface="Consolas"/>
                <a:cs typeface="Consolas"/>
              </a:rPr>
              <a:t>├── packages.yml</a:t>
            </a:r>
            <a:r>
              <a:rPr lang="en-US" sz="1700" dirty="0">
                <a:solidFill>
                  <a:srgbClr val="E8ECF5"/>
                </a:solidFill>
                <a:latin typeface="Consolas"/>
                <a:cs typeface="Consolas"/>
              </a:rPr>
              <a:t>           # dbt_utils</a:t>
            </a:r>
          </a:p>
          <a:p>
            <a:pPr>
              <a:lnSpc>
                <a:spcPct val="122000"/>
              </a:lnSpc>
              <a:buNone/>
            </a:pPr>
            <a:r>
              <a:rPr lang="en-US" sz="1700" dirty="0">
                <a:solidFill>
                  <a:srgbClr val="FFD27F"/>
                </a:solidFill>
                <a:latin typeface="Consolas"/>
                <a:cs typeface="Consolas"/>
              </a:rPr>
              <a:t>├── profiles.yml</a:t>
            </a:r>
            <a:r>
              <a:rPr lang="en-US" sz="1700" dirty="0">
                <a:solidFill>
                  <a:srgbClr val="8E9DC5"/>
                </a:solidFill>
                <a:latin typeface="Consolas"/>
                <a:cs typeface="Consolas"/>
              </a:rPr>
              <a:t>           # connections, values from env vars</a:t>
            </a:r>
          </a:p>
          <a:p>
            <a:pPr>
              <a:lnSpc>
                <a:spcPct val="122000"/>
              </a:lnSpc>
              <a:buNone/>
            </a:pPr>
            <a:r>
              <a:rPr lang="en-US" sz="1700" dirty="0">
                <a:solidFill>
                  <a:srgbClr val="FFD27F"/>
                </a:solidFill>
                <a:latin typeface="Consolas"/>
                <a:cs typeface="Consolas"/>
              </a:rPr>
              <a:t>├── seeds/jaffle-data/</a:t>
            </a:r>
          </a:p>
          <a:p>
            <a:pPr>
              <a:lnSpc>
                <a:spcPct val="122000"/>
              </a:lnSpc>
              <a:buNone/>
            </a:pPr>
            <a:r>
              <a:rPr lang="en-US" sz="1700" dirty="0">
                <a:solidFill>
                  <a:srgbClr val="E8ECF5"/>
                </a:solidFill>
                <a:latin typeface="Consolas"/>
                <a:cs typeface="Consolas"/>
              </a:rPr>
              <a:t>│   └── raw_*.csv</a:t>
            </a:r>
            <a:r>
              <a:rPr lang="en-US" sz="1700" dirty="0">
                <a:solidFill>
                  <a:srgbClr val="E8ECF5"/>
                </a:solidFill>
                <a:latin typeface="Consolas"/>
                <a:cs typeface="Consolas"/>
              </a:rPr>
              <a:t>          # six raw tables, loaded once</a:t>
            </a:r>
          </a:p>
          <a:p>
            <a:pPr>
              <a:lnSpc>
                <a:spcPct val="122000"/>
              </a:lnSpc>
              <a:buNone/>
            </a:pPr>
            <a:r>
              <a:rPr lang="en-US" sz="1700" dirty="0">
                <a:solidFill>
                  <a:srgbClr val="E8ECF5"/>
                </a:solidFill>
                <a:latin typeface="Consolas"/>
                <a:cs typeface="Consolas"/>
              </a:rPr>
              <a:t>├── models/</a:t>
            </a:r>
          </a:p>
          <a:p>
            <a:pPr>
              <a:lnSpc>
                <a:spcPct val="122000"/>
              </a:lnSpc>
              <a:buNone/>
            </a:pPr>
            <a:r>
              <a:rPr lang="en-US" sz="1700" dirty="0">
                <a:solidFill>
                  <a:srgbClr val="FF8FA3"/>
                </a:solidFill>
                <a:latin typeface="Consolas"/>
                <a:cs typeface="Consolas"/>
              </a:rPr>
              <a:t>│   ├── staging/</a:t>
            </a:r>
          </a:p>
          <a:p>
            <a:pPr>
              <a:lnSpc>
                <a:spcPct val="122000"/>
              </a:lnSpc>
              <a:buNone/>
            </a:pPr>
            <a:r>
              <a:rPr lang="en-US" sz="1700" dirty="0">
                <a:solidFill>
                  <a:srgbClr val="FF8FA3"/>
                </a:solidFill>
                <a:latin typeface="Consolas"/>
                <a:cs typeface="Consolas"/>
              </a:rPr>
              <a:t>│   │   ├── __sources.yml</a:t>
            </a:r>
            <a:r>
              <a:rPr lang="en-US" sz="1700" dirty="0">
                <a:solidFill>
                  <a:srgbClr val="FF8FA3"/>
                </a:solidFill>
                <a:latin typeface="Consolas"/>
                <a:cs typeface="Consolas"/>
              </a:rPr>
              <a:t>  # the raw tables, declared</a:t>
            </a:r>
          </a:p>
          <a:p>
            <a:pPr>
              <a:lnSpc>
                <a:spcPct val="122000"/>
              </a:lnSpc>
              <a:buNone/>
            </a:pPr>
            <a:r>
              <a:rPr lang="en-US" sz="1700" dirty="0">
                <a:solidFill>
                  <a:srgbClr val="FFD27F"/>
                </a:solidFill>
                <a:latin typeface="Consolas"/>
                <a:cs typeface="Consolas"/>
              </a:rPr>
              <a:t>│   │   ├── stg_orders.sql</a:t>
            </a:r>
          </a:p>
          <a:p>
            <a:pPr>
              <a:lnSpc>
                <a:spcPct val="122000"/>
              </a:lnSpc>
              <a:buNone/>
            </a:pPr>
            <a:r>
              <a:rPr lang="en-US" sz="1700" dirty="0">
                <a:solidFill>
                  <a:srgbClr val="E8ECF5"/>
                </a:solidFill>
                <a:latin typeface="Consolas"/>
                <a:cs typeface="Consolas"/>
              </a:rPr>
              <a:t>│   │   └── stg_orders.yml</a:t>
            </a:r>
            <a:r>
              <a:rPr lang="en-US" sz="1700" dirty="0">
                <a:solidFill>
                  <a:srgbClr val="E8ECF5"/>
                </a:solidFill>
                <a:latin typeface="Consolas"/>
                <a:cs typeface="Consolas"/>
              </a:rPr>
              <a:t> # docs + tests</a:t>
            </a:r>
          </a:p>
          <a:p>
            <a:pPr>
              <a:lnSpc>
                <a:spcPct val="122000"/>
              </a:lnSpc>
              <a:buNone/>
            </a:pPr>
            <a:r>
              <a:rPr lang="en-US" sz="1700" dirty="0">
                <a:solidFill>
                  <a:srgbClr val="FF8FA3"/>
                </a:solidFill>
                <a:latin typeface="Consolas"/>
                <a:cs typeface="Consolas"/>
              </a:rPr>
              <a:t>│   └── marts/</a:t>
            </a:r>
          </a:p>
          <a:p>
            <a:pPr>
              <a:lnSpc>
                <a:spcPct val="122000"/>
              </a:lnSpc>
              <a:buNone/>
            </a:pPr>
            <a:r>
              <a:rPr lang="en-US" sz="1700" dirty="0">
                <a:solidFill>
                  <a:srgbClr val="FFD27F"/>
                </a:solidFill>
                <a:latin typeface="Consolas"/>
                <a:cs typeface="Consolas"/>
              </a:rPr>
              <a:t>│       ├── orders.sql</a:t>
            </a:r>
          </a:p>
          <a:p>
            <a:pPr>
              <a:lnSpc>
                <a:spcPct val="122000"/>
              </a:lnSpc>
              <a:buNone/>
            </a:pPr>
            <a:r>
              <a:rPr lang="en-US" sz="1700" dirty="0">
                <a:solidFill>
                  <a:srgbClr val="E8ECF5"/>
                </a:solidFill>
                <a:latin typeface="Consolas"/>
                <a:cs typeface="Consolas"/>
              </a:rPr>
              <a:t>│       ├── customers.sql</a:t>
            </a:r>
          </a:p>
          <a:p>
            <a:pPr>
              <a:lnSpc>
                <a:spcPct val="122000"/>
              </a:lnSpc>
              <a:buNone/>
            </a:pPr>
            <a:r>
              <a:rPr lang="en-US" sz="1700" dirty="0">
                <a:solidFill>
                  <a:srgbClr val="FF8FA3"/>
                </a:solidFill>
                <a:latin typeface="Consolas"/>
                <a:cs typeface="Consolas"/>
              </a:rPr>
              <a:t>│       └── customers.yml</a:t>
            </a:r>
            <a:r>
              <a:rPr lang="en-US" sz="1700" dirty="0">
                <a:solidFill>
                  <a:srgbClr val="FF8FA3"/>
                </a:solidFill>
                <a:latin typeface="Consolas"/>
                <a:cs typeface="Consolas"/>
              </a:rPr>
              <a:t>  # docs + tests + unit tests</a:t>
            </a:r>
          </a:p>
          <a:p>
            <a:pPr>
              <a:lnSpc>
                <a:spcPct val="122000"/>
              </a:lnSpc>
              <a:buNone/>
            </a:pPr>
            <a:r>
              <a:rPr lang="en-US" sz="1700" dirty="0">
                <a:solidFill>
                  <a:srgbClr val="E8ECF5"/>
                </a:solidFill>
                <a:latin typeface="Consolas"/>
                <a:cs typeface="Consolas"/>
              </a:rPr>
              <a:t>├── macros/</a:t>
            </a:r>
          </a:p>
          <a:p>
            <a:pPr>
              <a:lnSpc>
                <a:spcPct val="122000"/>
              </a:lnSpc>
              <a:buNone/>
            </a:pPr>
            <a:r>
              <a:rPr lang="en-US" sz="1700" dirty="0">
                <a:solidFill>
                  <a:srgbClr val="E8ECF5"/>
                </a:solidFill>
                <a:latin typeface="Consolas"/>
                <a:cs typeface="Consolas"/>
              </a:rPr>
              <a:t>│   └── cents_to_dollars.sql</a:t>
            </a:r>
          </a:p>
          <a:p>
            <a:pPr>
              <a:lnSpc>
                <a:spcPct val="122000"/>
              </a:lnSpc>
              <a:buNone/>
            </a:pPr>
            <a:r>
              <a:rPr lang="en-US" sz="1700" dirty="0">
                <a:solidFill>
                  <a:srgbClr val="8EC5FF"/>
                </a:solidFill>
                <a:latin typeface="Consolas"/>
                <a:cs typeface="Consolas"/>
              </a:rPr>
              <a:t>└── target/</a:t>
            </a:r>
            <a:r>
              <a:rPr lang="en-US" sz="1700" dirty="0">
                <a:solidFill>
                  <a:srgbClr val="8E9DC5"/>
                </a:solidFill>
                <a:latin typeface="Consolas"/>
                <a:cs typeface="Consolas"/>
              </a:rPr>
              <a:t>                # compiled SQL, artifacts</a:t>
            </a:r>
          </a:p>
        </p:txBody>
      </p:sp>
      <p:sp>
        <p:nvSpPr>
          <p:cNvPr id="120" name="Shape 120"/>
          <p:cNvSpPr/>
          <p:nvPr/>
        </p:nvSpPr>
        <p:spPr>
          <a:xfrm>
            <a:off x="9042400" y="24130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21" name="Shape 121"/>
          <p:cNvSpPr/>
          <p:nvPr/>
        </p:nvSpPr>
        <p:spPr>
          <a:xfrm>
            <a:off x="9296400" y="23622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dbt_project.yml</a:t>
            </a:r>
          </a:p>
          <a:p>
            <a:pPr>
              <a:lnSpc>
                <a:spcPct val="106000"/>
              </a:lnSpc>
              <a:spcBef>
                <a:spcPts val="400"/>
              </a:spcBef>
              <a:buNone/>
            </a:pPr>
            <a:r>
              <a:rPr lang="en-US" sz="2000" dirty="0">
                <a:solidFill>
                  <a:srgbClr val="364750"/>
                </a:solidFill>
                <a:latin typeface="Frutiger"/>
                <a:cs typeface="Frutiger"/>
              </a:rPr>
              <a:t>Names the project, points at the folders, sets defaults such as “staging as views, marts as tables”. One per project.</a:t>
            </a:r>
          </a:p>
        </p:txBody>
      </p:sp>
      <p:sp>
        <p:nvSpPr>
          <p:cNvPr id="123" name="Shape 123"/>
          <p:cNvSpPr/>
          <p:nvPr/>
        </p:nvSpPr>
        <p:spPr>
          <a:xfrm>
            <a:off x="9042400" y="37592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4" name="Shape 124"/>
          <p:cNvSpPr/>
          <p:nvPr/>
        </p:nvSpPr>
        <p:spPr>
          <a:xfrm>
            <a:off x="9296400" y="37084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models/*.sql</a:t>
            </a:r>
          </a:p>
          <a:p>
            <a:pPr>
              <a:lnSpc>
                <a:spcPct val="106000"/>
              </a:lnSpc>
              <a:spcBef>
                <a:spcPts val="400"/>
              </a:spcBef>
              <a:buNone/>
            </a:pPr>
            <a:r>
              <a:rPr lang="en-US" sz="2000" dirty="0">
                <a:solidFill>
                  <a:srgbClr val="364750"/>
                </a:solidFill>
                <a:latin typeface="Frutiger"/>
                <a:cs typeface="Frutiger"/>
              </a:rPr>
              <a:t>One SELECT per file. The filename is the model name; dbt writes the CREATE VIEW / TABLE for you.</a:t>
            </a:r>
          </a:p>
        </p:txBody>
      </p:sp>
      <p:sp>
        <p:nvSpPr>
          <p:cNvPr id="126" name="Shape 126"/>
          <p:cNvSpPr/>
          <p:nvPr/>
        </p:nvSpPr>
        <p:spPr>
          <a:xfrm>
            <a:off x="9042400" y="51054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9296400" y="50546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models/*.yml</a:t>
            </a:r>
          </a:p>
          <a:p>
            <a:pPr>
              <a:lnSpc>
                <a:spcPct val="106000"/>
              </a:lnSpc>
              <a:spcBef>
                <a:spcPts val="400"/>
              </a:spcBef>
              <a:buNone/>
            </a:pPr>
            <a:r>
              <a:rPr lang="en-US" sz="2000" dirty="0">
                <a:solidFill>
                  <a:srgbClr val="364750"/>
                </a:solidFill>
                <a:latin typeface="Frutiger"/>
                <a:cs typeface="Frutiger"/>
              </a:rPr>
              <a:t>Descriptions and tests sit beside the SQL they describe — so docs and checks are versioned with the code.</a:t>
            </a:r>
          </a:p>
        </p:txBody>
      </p:sp>
      <p:sp>
        <p:nvSpPr>
          <p:cNvPr id="129" name="Shape 129"/>
          <p:cNvSpPr/>
          <p:nvPr/>
        </p:nvSpPr>
        <p:spPr>
          <a:xfrm>
            <a:off x="9042400" y="64516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30" name="Shape 130"/>
          <p:cNvSpPr/>
          <p:nvPr/>
        </p:nvSpPr>
        <p:spPr>
          <a:xfrm>
            <a:off x="9296400" y="64008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seeds/ and macros/</a:t>
            </a:r>
          </a:p>
          <a:p>
            <a:pPr>
              <a:lnSpc>
                <a:spcPct val="106000"/>
              </a:lnSpc>
              <a:spcBef>
                <a:spcPts val="400"/>
              </a:spcBef>
              <a:buNone/>
            </a:pPr>
            <a:r>
              <a:rPr lang="en-US" sz="2000" dirty="0">
                <a:solidFill>
                  <a:srgbClr val="364750"/>
                </a:solidFill>
                <a:latin typeface="Frutiger"/>
                <a:cs typeface="Frutiger"/>
              </a:rPr>
              <a:t>Seeds are CSVs dbt loads for you — here they stand in for ingestion. macros/ holds reusable Jinja such as cents_to_dollars.</a:t>
            </a:r>
          </a:p>
        </p:txBody>
      </p:sp>
      <p:sp>
        <p:nvSpPr>
          <p:cNvPr id="132" name="Shape 132"/>
          <p:cNvSpPr/>
          <p:nvPr/>
        </p:nvSpPr>
        <p:spPr>
          <a:xfrm>
            <a:off x="9042400" y="7797800"/>
            <a:ext cx="76200" cy="1193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3" name="Shape 133"/>
          <p:cNvSpPr/>
          <p:nvPr/>
        </p:nvSpPr>
        <p:spPr>
          <a:xfrm>
            <a:off x="9296400" y="77470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profiles.yml</a:t>
            </a:r>
          </a:p>
          <a:p>
            <a:pPr>
              <a:lnSpc>
                <a:spcPct val="106000"/>
              </a:lnSpc>
              <a:spcBef>
                <a:spcPts val="400"/>
              </a:spcBef>
              <a:buNone/>
            </a:pPr>
            <a:r>
              <a:rPr lang="en-US" sz="2000" dirty="0">
                <a:solidFill>
                  <a:srgbClr val="364750"/>
                </a:solidFill>
                <a:latin typeface="Frutiger"/>
                <a:cs typeface="Frutiger"/>
              </a:rPr>
              <a:t>The connection: adapter type, host, database, schema, authentication. Ours is in Git because every value comes from an environment variable.</a:t>
            </a:r>
          </a:p>
        </p:txBody>
      </p:sp>
    </p:spTree>
    <p:extLst>
      <p:ext uri="{BB962C8B-B14F-4D97-AF65-F5344CB8AC3E}">
        <p14:creationId xmlns:p14="http://schemas.microsoft.com/office/powerpoint/2010/main" val="3984599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MODELS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A model is just a SELECT</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09</a:t>
            </a:r>
            <a:endParaRPr sz="1801"/>
          </a:p>
        </p:txBody>
      </p:sp>
      <p:sp>
        <p:nvSpPr>
          <p:cNvPr id="100" name="Shape 100"/>
          <p:cNvSpPr/>
          <p:nvPr/>
        </p:nvSpPr>
        <p:spPr>
          <a:xfrm>
            <a:off x="838200" y="2260600"/>
            <a:ext cx="7620000" cy="381000"/>
          </a:xfrm>
          <a:prstGeom prst="rect">
            <a:avLst/>
          </a:prstGeom>
          <a:noFill/>
          <a:ln>
            <a:noFill/>
          </a:ln>
        </p:spPr>
        <p:txBody>
          <a:bodyPr wrap="square" lIns="0" tIns="0" rIns="0" bIns="0" anchor="t">
            <a:normAutofit/>
          </a:bodyPr>
          <a:lstStyle/>
          <a:p>
            <a:pPr>
              <a:buNone/>
            </a:pPr>
            <a:r>
              <a:rPr lang="en-US" sz="1500" b="1" spc="200" dirty="0">
                <a:solidFill>
                  <a:srgbClr val="667780"/>
                </a:solidFill>
                <a:latin typeface="Frutiger"/>
                <a:cs typeface="Frutiger"/>
              </a:rPr>
              <a:t>WHAT YOU WRITE TODAY</a:t>
            </a:r>
          </a:p>
        </p:txBody>
      </p:sp>
      <p:sp>
        <p:nvSpPr>
          <p:cNvPr id="101" name="Shape 101"/>
          <p:cNvSpPr/>
          <p:nvPr/>
        </p:nvSpPr>
        <p:spPr>
          <a:xfrm>
            <a:off x="9423400" y="2260600"/>
            <a:ext cx="8026400" cy="3810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THE SAME THING AS A DBT MODEL</a:t>
            </a:r>
          </a:p>
        </p:txBody>
      </p:sp>
      <p:sp>
        <p:nvSpPr>
          <p:cNvPr id="110" name="Code 110"/>
          <p:cNvSpPr/>
          <p:nvPr/>
        </p:nvSpPr>
        <p:spPr>
          <a:xfrm>
            <a:off x="838200" y="2717800"/>
            <a:ext cx="7721600" cy="3810000"/>
          </a:xfrm>
          <a:prstGeom prst="roundRect">
            <a:avLst>
              <a:gd name="adj" fmla="val 4000"/>
            </a:avLst>
          </a:prstGeom>
          <a:solidFill>
            <a:srgbClr val="2B3A55"/>
          </a:solidFill>
          <a:ln>
            <a:noFill/>
          </a:ln>
        </p:spPr>
        <p:txBody>
          <a:bodyPr wrap="square" lIns="228600" tIns="203200" rIns="228600" bIns="228600" anchor="t">
            <a:normAutofit/>
          </a:bodyPr>
          <a:lstStyle/>
          <a:p>
            <a:pPr>
              <a:lnSpc>
                <a:spcPct val="120000"/>
              </a:lnSpc>
              <a:buNone/>
            </a:pPr>
            <a:r>
              <a:rPr lang="en-US" sz="1800" dirty="0">
                <a:solidFill>
                  <a:srgbClr val="8EC5FF"/>
                </a:solidFill>
                <a:latin typeface="Consolas"/>
                <a:cs typeface="Consolas"/>
              </a:rPr>
              <a:t>CREATE OR ALTER VIEW </a:t>
            </a:r>
            <a:r>
              <a:rPr lang="en-US" sz="1800" dirty="0">
                <a:solidFill>
                  <a:srgbClr val="E8ECF5"/>
                </a:solidFill>
                <a:latin typeface="Consolas"/>
                <a:cs typeface="Consolas"/>
              </a:rPr>
              <a:t>jaffle_shop.stg_orders</a:t>
            </a:r>
            <a:r>
              <a:rPr lang="en-US" sz="1800" dirty="0">
                <a:solidFill>
                  <a:srgbClr val="8EC5FF"/>
                </a:solidFill>
                <a:latin typeface="Consolas"/>
                <a:cs typeface="Consolas"/>
              </a:rPr>
              <a:t> AS</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CAST</a:t>
            </a:r>
            <a:r>
              <a:rPr lang="en-US" sz="1800" dirty="0">
                <a:solidFill>
                  <a:srgbClr val="E8ECF5"/>
                </a:solidFill>
                <a:latin typeface="Consolas"/>
                <a:cs typeface="Consolas"/>
              </a:rPr>
              <a:t>(order_total / 100.0 </a:t>
            </a:r>
            <a:r>
              <a:rPr lang="en-US" sz="1800" dirty="0">
                <a:solidFill>
                  <a:srgbClr val="E8ECF5"/>
                </a:solidFill>
                <a:latin typeface="Consolas"/>
                <a:cs typeface="Consolas"/>
              </a:rPr>
              <a:t>AS</a:t>
            </a:r>
            <a:r>
              <a:rPr lang="en-US" sz="1800" dirty="0">
                <a:solidFill>
                  <a:srgbClr val="E8ECF5"/>
                </a:solidFill>
                <a:latin typeface="Consolas"/>
                <a:cs typeface="Consolas"/>
              </a:rPr>
              <a:t> numeric(16,2))</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CAST</a:t>
            </a:r>
            <a:r>
              <a:rPr lang="en-US" sz="1800" dirty="0">
                <a:solidFill>
                  <a:srgbClr val="E8ECF5"/>
                </a:solidFill>
                <a:latin typeface="Consolas"/>
                <a:cs typeface="Consolas"/>
              </a:rPr>
              <a:t>(ordered_at </a:t>
            </a:r>
            <a:r>
              <a:rPr lang="en-US" sz="1800" dirty="0">
                <a:solidFill>
                  <a:srgbClr val="E8ECF5"/>
                </a:solidFill>
                <a:latin typeface="Consolas"/>
                <a:cs typeface="Consolas"/>
              </a:rPr>
              <a:t>AS</a:t>
            </a:r>
            <a:r>
              <a:rPr lang="en-US" sz="1800" dirty="0">
                <a:solidFill>
                  <a:srgbClr val="E8ECF5"/>
                </a:solidFill>
                <a:latin typeface="Consolas"/>
                <a:cs typeface="Consolas"/>
              </a:rPr>
              <a:t> date) AS ordered_at</a:t>
            </a:r>
          </a:p>
          <a:p>
            <a:pPr>
              <a:lnSpc>
                <a:spcPct val="120000"/>
              </a:lnSpc>
              <a:buNone/>
            </a:pPr>
            <a:r>
              <a:rPr lang="en-US" sz="1800" dirty="0">
                <a:solidFill>
                  <a:srgbClr val="8EC5FF"/>
                </a:solidFill>
                <a:latin typeface="Consolas"/>
                <a:cs typeface="Consolas"/>
              </a:rPr>
              <a:t>FROM</a:t>
            </a:r>
            <a:r>
              <a:rPr lang="en-US" sz="1800" dirty="0">
                <a:solidFill>
                  <a:srgbClr val="E8ECF5"/>
                </a:solidFill>
                <a:latin typeface="Consolas"/>
                <a:cs typeface="Consolas"/>
              </a:rPr>
              <a:t> raw.raw_orders;</a:t>
            </a:r>
          </a:p>
        </p:txBody>
      </p:sp>
      <p:sp>
        <p:nvSpPr>
          <p:cNvPr id="112" name="Code 112"/>
          <p:cNvSpPr/>
          <p:nvPr/>
        </p:nvSpPr>
        <p:spPr>
          <a:xfrm>
            <a:off x="9423400" y="2717800"/>
            <a:ext cx="8026400" cy="3810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0000"/>
              </a:lnSpc>
              <a:buNone/>
            </a:pPr>
            <a:r>
              <a:rPr lang="en-US" sz="1800" dirty="0">
                <a:solidFill>
                  <a:srgbClr val="8E9DC5"/>
                </a:solidFill>
                <a:latin typeface="Consolas"/>
                <a:cs typeface="Consolas"/>
              </a:rPr>
              <a:t>-- models/staging/stg_orders.sql</a:t>
            </a:r>
          </a:p>
          <a:p>
            <a:pPr>
              <a:lnSpc>
                <a:spcPct val="120000"/>
              </a:lnSpc>
              <a:buNone/>
            </a:pPr>
            <a:r>
              <a:rPr lang="en-US" sz="1800" dirty="0">
                <a:solidFill>
                  <a:srgbClr val="8E9DC5"/>
                </a:solidFill>
                <a:latin typeface="Consolas"/>
                <a:cs typeface="Consolas"/>
              </a:rPr>
              <a:t>-- grain: one row per order</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 cents_to_dollars('order_total') }}</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 dbt.date_trunc('day', 'ordered_at') }} as ordered_at</a:t>
            </a:r>
          </a:p>
          <a:p>
            <a:pPr>
              <a:lnSpc>
                <a:spcPct val="120000"/>
              </a:lnSpc>
              <a:buNone/>
            </a:pPr>
            <a:r>
              <a:rPr lang="en-US" sz="1800" dirty="0">
                <a:solidFill>
                  <a:srgbClr val="8EC5FF"/>
                </a:solidFill>
                <a:latin typeface="Consolas"/>
                <a:cs typeface="Consolas"/>
              </a:rPr>
              <a:t>from </a:t>
            </a:r>
            <a:r>
              <a:rPr lang="en-US" sz="1800" dirty="0">
                <a:solidFill>
                  <a:srgbClr val="FF8FA3"/>
                </a:solidFill>
                <a:latin typeface="Consolas"/>
                <a:cs typeface="Consolas"/>
              </a:rPr>
              <a:t>{{ source('ecom', 'raw_orders') }}</a:t>
            </a:r>
          </a:p>
        </p:txBody>
      </p:sp>
      <p:cxnSp>
        <p:nvCxnSpPr>
          <p:cNvPr id="114" name="Line 114"/>
          <p:cNvCxnSpPr/>
          <p:nvPr/>
        </p:nvCxnSpPr>
        <p:spPr>
          <a:xfrm>
            <a:off x="8686800" y="4622800"/>
            <a:ext cx="609600" cy="0"/>
          </a:xfrm>
          <a:prstGeom prst="line">
            <a:avLst/>
          </a:prstGeom>
          <a:ln w="38100">
            <a:solidFill>
              <a:srgbClr val="E40046"/>
            </a:solidFill>
            <a:tailEnd type="triangle" w="med" len="med"/>
          </a:ln>
        </p:spPr>
      </p:cxnSp>
      <p:sp>
        <p:nvSpPr>
          <p:cNvPr id="120" name="Shape 120"/>
          <p:cNvSpPr/>
          <p:nvPr/>
        </p:nvSpPr>
        <p:spPr>
          <a:xfrm>
            <a:off x="838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1" name="Shape 121"/>
          <p:cNvSpPr/>
          <p:nvPr/>
        </p:nvSpPr>
        <p:spPr>
          <a:xfrm>
            <a:off x="1092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No DDL in the file</a:t>
            </a:r>
          </a:p>
          <a:p>
            <a:pPr>
              <a:lnSpc>
                <a:spcPct val="105000"/>
              </a:lnSpc>
              <a:spcBef>
                <a:spcPts val="500"/>
              </a:spcBef>
              <a:buNone/>
            </a:pPr>
            <a:r>
              <a:rPr lang="en-US" sz="1900" dirty="0">
                <a:solidFill>
                  <a:srgbClr val="364750"/>
                </a:solidFill>
                <a:latin typeface="Frutiger"/>
                <a:cs typeface="Frutiger"/>
              </a:rPr>
              <a:t>You write the SELECT. dbt generates CREATE VIEW or CREATE TABLE for the target engine — and drops/replaces it on rebuild.</a:t>
            </a:r>
          </a:p>
        </p:txBody>
      </p:sp>
      <p:sp>
        <p:nvSpPr>
          <p:cNvPr id="122" name="Shape 122"/>
          <p:cNvSpPr/>
          <p:nvPr/>
        </p:nvSpPr>
        <p:spPr>
          <a:xfrm>
            <a:off x="6426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6680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filename is the model name</a:t>
            </a:r>
          </a:p>
          <a:p>
            <a:pPr>
              <a:lnSpc>
                <a:spcPct val="105000"/>
              </a:lnSpc>
              <a:spcBef>
                <a:spcPts val="500"/>
              </a:spcBef>
              <a:buNone/>
            </a:pPr>
            <a:r>
              <a:rPr lang="en-US" sz="1900" dirty="0">
                <a:solidFill>
                  <a:srgbClr val="364750"/>
                </a:solidFill>
                <a:latin typeface="Frutiger"/>
                <a:cs typeface="Frutiger"/>
              </a:rPr>
              <a:t>stg_orders.sql becomes jaffle_shop.stg_orders. Rename the file, rename the object.</a:t>
            </a:r>
          </a:p>
        </p:txBody>
      </p:sp>
      <p:sp>
        <p:nvSpPr>
          <p:cNvPr id="124" name="Shape 124"/>
          <p:cNvSpPr/>
          <p:nvPr/>
        </p:nvSpPr>
        <p:spPr>
          <a:xfrm>
            <a:off x="12014200" y="6807200"/>
            <a:ext cx="50800" cy="1473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5" name="Shape 125"/>
          <p:cNvSpPr/>
          <p:nvPr/>
        </p:nvSpPr>
        <p:spPr>
          <a:xfrm>
            <a:off x="12268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 and ref() instead of a schema name</a:t>
            </a:r>
          </a:p>
          <a:p>
            <a:pPr>
              <a:lnSpc>
                <a:spcPct val="105000"/>
              </a:lnSpc>
              <a:spcBef>
                <a:spcPts val="500"/>
              </a:spcBef>
              <a:buNone/>
            </a:pPr>
            <a:r>
              <a:rPr lang="en-US" sz="1900" dirty="0">
                <a:solidFill>
                  <a:srgbClr val="364750"/>
                </a:solidFill>
                <a:latin typeface="Frutiger"/>
                <a:cs typeface="Frutiger"/>
              </a:rPr>
              <a:t>source() names a table ingestion owns; ref() names another model. Both declare a dependency dbt can order, select and document — and resolve per environment.</a:t>
            </a:r>
          </a:p>
        </p:txBody>
      </p:sp>
      <p:sp>
        <p:nvSpPr>
          <p:cNvPr id="130" name="Shape 130"/>
          <p:cNvSpPr/>
          <p:nvPr/>
        </p:nvSpPr>
        <p:spPr>
          <a:xfrm>
            <a:off x="838200" y="8483600"/>
            <a:ext cx="16611600" cy="635000"/>
          </a:xfrm>
          <a:prstGeom prst="rect">
            <a:avLst/>
          </a:prstGeom>
          <a:solidFill>
            <a:srgbClr val="F4F6FA"/>
          </a:solidFill>
          <a:ln>
            <a:noFill/>
          </a:ln>
        </p:spPr>
        <p:txBody>
          <a:bodyPr wrap="square" lIns="228600" tIns="25400" rIns="228600" bIns="25400" anchor="ctr">
            <a:normAutofit/>
          </a:bodyPr>
          <a:lstStyle/>
          <a:p>
            <a:pPr>
              <a:buNone/>
            </a:pPr>
            <a:r>
              <a:rPr lang="en-US" sz="1900" b="1" dirty="0">
                <a:solidFill>
                  <a:srgbClr val="001F6B"/>
                </a:solidFill>
                <a:latin typeface="Consolas"/>
                <a:cs typeface="Consolas"/>
              </a:rPr>
              <a:t>dbt compile</a:t>
            </a:r>
            <a:r>
              <a:rPr lang="en-US" sz="1900" dirty="0">
                <a:solidFill>
                  <a:srgbClr val="667780"/>
                </a:solidFill>
                <a:latin typeface="Frutiger"/>
                <a:cs typeface="Frutiger"/>
              </a:rPr>
              <a:t>  →  target/compiled/…/stg_orders.sql:   </a:t>
            </a:r>
            <a:r>
              <a:rPr lang="en-US" sz="1900" dirty="0">
                <a:solidFill>
                  <a:srgbClr val="001F6B"/>
                </a:solidFill>
                <a:latin typeface="Consolas"/>
                <a:cs typeface="Consolas"/>
              </a:rPr>
              <a:t>from [WH_Jaffle_Shop].[raw].[raw_orders]</a:t>
            </a:r>
            <a:r>
              <a:rPr lang="en-US" sz="1800" i="1" dirty="0">
                <a:solidFill>
                  <a:srgbClr val="667780"/>
                </a:solidFill>
                <a:latin typeface="Frutiger"/>
                <a:cs typeface="Frutiger"/>
              </a:rPr>
              <a:t>    symbolic name → concrete relation, per target</a:t>
            </a:r>
          </a:p>
        </p:txBody>
      </p:sp>
    </p:spTree>
    <p:extLst>
      <p:ext uri="{BB962C8B-B14F-4D97-AF65-F5344CB8AC3E}">
        <p14:creationId xmlns:p14="http://schemas.microsoft.com/office/powerpoint/2010/main" val="3448472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MATERIALIZATIONS</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Same SELECT, different storage</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10</a:t>
            </a:r>
            <a:endParaRPr sz="1801"/>
          </a:p>
        </p:txBody>
      </p:sp>
      <p:graphicFrame>
        <p:nvGraphicFramePr>
          <p:cNvPr id="100" name="Table 100"/>
          <p:cNvGraphicFramePr>
            <a:graphicFrameLocks noGrp="1"/>
          </p:cNvGraphicFramePr>
          <p:nvPr/>
        </p:nvGraphicFramePr>
        <p:xfrm>
          <a:off x="838200" y="2413000"/>
          <a:ext cx="11049000" cy="5994400"/>
        </p:xfrm>
        <a:graphic>
          <a:graphicData uri="http://schemas.openxmlformats.org/drawingml/2006/table">
            <a:tbl>
              <a:tblPr/>
              <a:tblGrid>
                <a:gridCol w="2032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3048000">
                  <a:extLst>
                    <a:ext uri="{9D8B030D-6E8A-4147-A177-3AD203B41FA5}">
                      <a16:colId xmlns:a16="http://schemas.microsoft.com/office/drawing/2014/main" val="20003"/>
                    </a:ext>
                  </a:extLst>
                </a:gridCol>
              </a:tblGrid>
              <a:tr h="558800">
                <a:tc>
                  <a:txBody>
                    <a:bodyPr/>
                    <a:lstStyle/>
                    <a:p>
                      <a:pPr algn="l">
                        <a:buNone/>
                      </a:pPr>
                      <a:r>
                        <a:rPr lang="en-US" sz="1900" b="1" dirty="0">
                          <a:solidFill>
                            <a:srgbClr val="FFFFFF"/>
                          </a:solidFill>
                          <a:latin typeface="Frutiger"/>
                          <a:cs typeface="Frutiger"/>
                        </a:rPr>
                        <a:t>Materialization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What dbt builds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Use when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Watch out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320800">
                <a:tc>
                  <a:txBody>
                    <a:bodyPr/>
                    <a:lstStyle/>
                    <a:p>
                      <a:pPr algn="l">
                        <a:buNone/>
                      </a:pPr>
                      <a:r>
                        <a:rPr lang="en-US" sz="2000" b="1" dirty="0">
                          <a:solidFill>
                            <a:srgbClr val="001F6B"/>
                          </a:solidFill>
                          <a:latin typeface="Consolas"/>
                          <a:cs typeface="Consolas"/>
                        </a:rPr>
                        <a:t>view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CREATE VIEW — a saved query, nothing stored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Cheap staging layers; logic that must always be current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Every read re-runs the SQL; slow on wide joins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320800">
                <a:tc>
                  <a:txBody>
                    <a:bodyPr/>
                    <a:lstStyle/>
                    <a:p>
                      <a:pPr algn="l">
                        <a:buNone/>
                      </a:pPr>
                      <a:r>
                        <a:rPr lang="en-US" sz="2000" b="1" dirty="0">
                          <a:solidFill>
                            <a:srgbClr val="001F6B"/>
                          </a:solidFill>
                          <a:latin typeface="Consolas"/>
                          <a:cs typeface="Consolas"/>
                        </a:rPr>
                        <a:t>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Full rebuild of a stored table on every run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Marts consumed by reports; anything expensive to compute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Rebuild cost grows with data; no history kept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473200">
                <a:tc>
                  <a:txBody>
                    <a:bodyPr/>
                    <a:lstStyle/>
                    <a:p>
                      <a:pPr algn="l">
                        <a:buNone/>
                      </a:pPr>
                      <a:r>
                        <a:rPr lang="en-US" sz="2000" b="1" dirty="0">
                          <a:solidFill>
                            <a:srgbClr val="001F6B"/>
                          </a:solidFill>
                          <a:latin typeface="Consolas"/>
                          <a:cs typeface="Consolas"/>
                        </a:rPr>
                        <a:t>incremental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Insert/merge only new or changed rows into an existing 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Large fact tables where full rebuilds are too slow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You define what “new” means — late arrivals and corrections are your problem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320800">
                <a:tc>
                  <a:txBody>
                    <a:bodyPr/>
                    <a:lstStyle/>
                    <a:p>
                      <a:pPr algn="l">
                        <a:buNone/>
                      </a:pPr>
                      <a:r>
                        <a:rPr lang="en-US" sz="2000" b="1" dirty="0">
                          <a:solidFill>
                            <a:srgbClr val="001F6B"/>
                          </a:solidFill>
                          <a:latin typeface="Consolas"/>
                          <a:cs typeface="Consolas"/>
                        </a:rPr>
                        <a:t>ephemeral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Nothing — the SQL is inlined as a CTE into consumers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Small reusable logic you don’t want as a database object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Can’t query or test it directly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12700000" y="23622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SET IT ONCE, PER FOLDER</a:t>
            </a:r>
          </a:p>
        </p:txBody>
      </p:sp>
      <p:sp>
        <p:nvSpPr>
          <p:cNvPr id="111" name="Code 111"/>
          <p:cNvSpPr/>
          <p:nvPr/>
        </p:nvSpPr>
        <p:spPr>
          <a:xfrm>
            <a:off x="12700000" y="2717800"/>
            <a:ext cx="4749800" cy="2235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9DC5"/>
                </a:solidFill>
                <a:latin typeface="Consolas"/>
                <a:cs typeface="Consolas"/>
              </a:rPr>
              <a:t># dbt_project.yml</a:t>
            </a:r>
          </a:p>
          <a:p>
            <a:pPr>
              <a:lnSpc>
                <a:spcPct val="118000"/>
              </a:lnSpc>
              <a:buNone/>
            </a:pPr>
            <a:r>
              <a:rPr lang="en-US" sz="1500" dirty="0">
                <a:solidFill>
                  <a:srgbClr val="8EC5FF"/>
                </a:solidFill>
                <a:latin typeface="Consolas"/>
                <a:cs typeface="Consolas"/>
              </a:rPr>
              <a:t>models:</a:t>
            </a:r>
          </a:p>
          <a:p>
            <a:pPr>
              <a:lnSpc>
                <a:spcPct val="118000"/>
              </a:lnSpc>
              <a:buNone/>
            </a:pPr>
            <a:r>
              <a:rPr lang="en-US" sz="1500" dirty="0">
                <a:solidFill>
                  <a:srgbClr val="E8ECF5"/>
                </a:solidFill>
                <a:latin typeface="Consolas"/>
                <a:cs typeface="Consolas"/>
              </a:rPr>
              <a:t>  jaffle_shop:</a:t>
            </a:r>
          </a:p>
          <a:p>
            <a:pPr>
              <a:lnSpc>
                <a:spcPct val="118000"/>
              </a:lnSpc>
              <a:buNone/>
            </a:pPr>
            <a:r>
              <a:rPr lang="en-US" sz="1500" dirty="0">
                <a:solidFill>
                  <a:srgbClr val="E8ECF5"/>
                </a:solidFill>
                <a:latin typeface="Consolas"/>
                <a:cs typeface="Consolas"/>
              </a:rPr>
              <a:t>    staging:</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view</a:t>
            </a:r>
          </a:p>
          <a:p>
            <a:pPr>
              <a:lnSpc>
                <a:spcPct val="118000"/>
              </a:lnSpc>
              <a:buNone/>
            </a:pPr>
            <a:r>
              <a:rPr lang="en-US" sz="1500" dirty="0">
                <a:solidFill>
                  <a:srgbClr val="E8ECF5"/>
                </a:solidFill>
                <a:latin typeface="Consolas"/>
                <a:cs typeface="Consolas"/>
              </a:rPr>
              <a:t>    marts:</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table</a:t>
            </a:r>
          </a:p>
        </p:txBody>
      </p:sp>
      <p:sp>
        <p:nvSpPr>
          <p:cNvPr id="113" name="Shape 113"/>
          <p:cNvSpPr/>
          <p:nvPr/>
        </p:nvSpPr>
        <p:spPr>
          <a:xfrm>
            <a:off x="12700000" y="51308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…OR OVERRIDE IN ONE MODEL</a:t>
            </a:r>
          </a:p>
        </p:txBody>
      </p:sp>
      <p:sp>
        <p:nvSpPr>
          <p:cNvPr id="114" name="Code 114"/>
          <p:cNvSpPr/>
          <p:nvPr/>
        </p:nvSpPr>
        <p:spPr>
          <a:xfrm>
            <a:off x="12700000" y="5486400"/>
            <a:ext cx="4749800" cy="1016000"/>
          </a:xfrm>
          <a:prstGeom prst="roundRect">
            <a:avLst>
              <a:gd name="adj" fmla="val 4000"/>
            </a:avLst>
          </a:prstGeom>
          <a:solidFill>
            <a:srgbClr val="0E1E4A"/>
          </a:solidFill>
          <a:ln>
            <a:noFill/>
          </a:ln>
        </p:spPr>
        <p:txBody>
          <a:bodyPr wrap="square" lIns="228600" tIns="152400" rIns="228600" bIns="228600" anchor="t">
            <a:normAutofit/>
          </a:bodyPr>
          <a:lstStyle/>
          <a:p>
            <a:pPr>
              <a:lnSpc>
                <a:spcPct val="118000"/>
              </a:lnSpc>
              <a:buNone/>
            </a:pPr>
            <a:r>
              <a:rPr lang="en-US" sz="1500" dirty="0">
                <a:solidFill>
                  <a:srgbClr val="FF8FA3"/>
                </a:solidFill>
                <a:latin typeface="Consolas"/>
                <a:cs typeface="Consolas"/>
              </a:rPr>
              <a:t>{{ config(materialized=</a:t>
            </a:r>
            <a:r>
              <a:rPr lang="en-US" sz="1500" dirty="0">
                <a:solidFill>
                  <a:srgbClr val="FFD27F"/>
                </a:solidFill>
                <a:latin typeface="Consolas"/>
                <a:cs typeface="Consolas"/>
              </a:rPr>
              <a:t>'table'</a:t>
            </a:r>
            <a:r>
              <a:rPr lang="en-US" sz="1500" dirty="0">
                <a:solidFill>
                  <a:srgbClr val="FF8FA3"/>
                </a:solidFill>
                <a:latin typeface="Consolas"/>
                <a:cs typeface="Consolas"/>
              </a:rPr>
              <a:t>) }}</a:t>
            </a:r>
          </a:p>
          <a:p>
            <a:pPr>
              <a:lnSpc>
                <a:spcPct val="118000"/>
              </a:lnSpc>
              <a:buNone/>
            </a:pPr>
            <a:r>
              <a:rPr lang="en-US" sz="1500" dirty="0">
                <a:solidFill>
                  <a:srgbClr val="8EC5FF"/>
                </a:solidFill>
                <a:latin typeface="Consolas"/>
                <a:cs typeface="Consolas"/>
              </a:rPr>
              <a:t>select …</a:t>
            </a:r>
          </a:p>
        </p:txBody>
      </p:sp>
      <p:sp>
        <p:nvSpPr>
          <p:cNvPr id="116" name="Shape 116"/>
          <p:cNvSpPr/>
          <p:nvPr/>
        </p:nvSpPr>
        <p:spPr>
          <a:xfrm>
            <a:off x="12700000" y="6731000"/>
            <a:ext cx="4749800" cy="2413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7" name="Shape 117"/>
          <p:cNvSpPr/>
          <p:nvPr/>
        </p:nvSpPr>
        <p:spPr>
          <a:xfrm>
            <a:off x="12903200" y="6858000"/>
            <a:ext cx="4343400" cy="2209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SELECT doesn’t change</a:t>
            </a:r>
          </a:p>
          <a:p>
            <a:pPr>
              <a:lnSpc>
                <a:spcPct val="106000"/>
              </a:lnSpc>
              <a:spcBef>
                <a:spcPts val="600"/>
              </a:spcBef>
              <a:buNone/>
            </a:pPr>
            <a:r>
              <a:rPr lang="en-US" sz="1800" dirty="0">
                <a:solidFill>
                  <a:srgbClr val="364750"/>
                </a:solidFill>
                <a:latin typeface="Frutiger"/>
                <a:cs typeface="Frutiger"/>
              </a:rPr>
              <a:t>Switching view → table is a one-line config edit; dbt generates the right DDL for the engine. Today's project builds staging as views and marts as tables on every engine.</a:t>
            </a:r>
          </a:p>
          <a:p>
            <a:pPr>
              <a:lnSpc>
                <a:spcPct val="104000"/>
              </a:lnSpc>
              <a:spcBef>
                <a:spcPts val="800"/>
              </a:spcBef>
              <a:buNone/>
            </a:pPr>
            <a:r>
              <a:rPr lang="en-US" sz="1700" i="1" dirty="0">
                <a:solidFill>
                  <a:srgbClr val="667780"/>
                </a:solidFill>
                <a:latin typeface="Frutiger"/>
                <a:cs typeface="Frutiger"/>
              </a:rPr>
              <a:t>materialized_view and friends are adapter-specific — check before you promise them.</a:t>
            </a:r>
          </a:p>
        </p:txBody>
      </p:sp>
    </p:spTree>
    <p:extLst>
      <p:ext uri="{BB962C8B-B14F-4D97-AF65-F5344CB8AC3E}">
        <p14:creationId xmlns:p14="http://schemas.microsoft.com/office/powerpoint/2010/main" val="3794934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DEPENDENCIES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ref() turns files into a graph</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11</a:t>
            </a:r>
            <a:endParaRPr sz="1801"/>
          </a:p>
        </p:txBody>
      </p:sp>
      <p:sp>
        <p:nvSpPr>
          <p:cNvPr id="100" name="Shape 100"/>
          <p:cNvSpPr/>
          <p:nvPr/>
        </p:nvSpPr>
        <p:spPr>
          <a:xfrm>
            <a:off x="1143000" y="2362200"/>
            <a:ext cx="3048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SOURCES · raw tables, seeded once</a:t>
            </a:r>
          </a:p>
        </p:txBody>
      </p:sp>
      <p:sp>
        <p:nvSpPr>
          <p:cNvPr id="101" name="Shape 101"/>
          <p:cNvSpPr/>
          <p:nvPr/>
        </p:nvSpPr>
        <p:spPr>
          <a:xfrm>
            <a:off x="4318000" y="2362200"/>
            <a:ext cx="3683000" cy="355600"/>
          </a:xfrm>
          <a:prstGeom prst="rect">
            <a:avLst/>
          </a:prstGeom>
          <a:noFill/>
          <a:ln>
            <a:noFill/>
          </a:ln>
        </p:spPr>
        <p:txBody>
          <a:bodyPr wrap="square" lIns="0" tIns="0" rIns="0" bIns="0" anchor="t">
            <a:normAutofit fontScale="92500"/>
          </a:bodyPr>
          <a:lstStyle/>
          <a:p>
            <a:pPr>
              <a:buNone/>
            </a:pPr>
            <a:r>
              <a:rPr lang="en-US" sz="1400" b="1" spc="150" dirty="0">
                <a:solidFill>
                  <a:srgbClr val="667780"/>
                </a:solidFill>
                <a:latin typeface="Frutiger"/>
                <a:cs typeface="Frutiger"/>
              </a:rPr>
              <a:t>STAGING · one row per source row</a:t>
            </a:r>
          </a:p>
        </p:txBody>
      </p:sp>
      <p:sp>
        <p:nvSpPr>
          <p:cNvPr id="102" name="Shape 102"/>
          <p:cNvSpPr/>
          <p:nvPr/>
        </p:nvSpPr>
        <p:spPr>
          <a:xfrm>
            <a:off x="8128000" y="2362200"/>
            <a:ext cx="3302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MARTS · one row per customer</a:t>
            </a:r>
          </a:p>
        </p:txBody>
      </p:sp>
      <p:sp>
        <p:nvSpPr>
          <p:cNvPr id="110" name="Shape 110"/>
          <p:cNvSpPr/>
          <p:nvPr/>
        </p:nvSpPr>
        <p:spPr>
          <a:xfrm>
            <a:off x="1143000" y="2844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raw_customers</a:t>
            </a:r>
          </a:p>
          <a:p>
            <a:pPr algn="ctr">
              <a:buNone/>
            </a:pPr>
            <a:r>
              <a:rPr lang="en-US" sz="1400" dirty="0">
                <a:solidFill>
                  <a:srgbClr val="001F6B"/>
                </a:solidFill>
                <a:latin typeface="Frutiger"/>
                <a:cs typeface="Frutiger"/>
              </a:rPr>
              <a:t>source · raw schema</a:t>
            </a:r>
          </a:p>
        </p:txBody>
      </p:sp>
      <p:sp>
        <p:nvSpPr>
          <p:cNvPr id="111" name="Shape 111"/>
          <p:cNvSpPr/>
          <p:nvPr/>
        </p:nvSpPr>
        <p:spPr>
          <a:xfrm>
            <a:off x="1143000" y="4495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raw_orders</a:t>
            </a:r>
          </a:p>
          <a:p>
            <a:pPr algn="ctr">
              <a:buNone/>
            </a:pPr>
            <a:r>
              <a:rPr lang="en-US" sz="1400" dirty="0">
                <a:solidFill>
                  <a:srgbClr val="001F6B"/>
                </a:solidFill>
                <a:latin typeface="Frutiger"/>
                <a:cs typeface="Frutiger"/>
              </a:rPr>
              <a:t>source · raw schema</a:t>
            </a:r>
          </a:p>
        </p:txBody>
      </p:sp>
      <p:sp>
        <p:nvSpPr>
          <p:cNvPr id="112" name="Shape 112"/>
          <p:cNvSpPr/>
          <p:nvPr/>
        </p:nvSpPr>
        <p:spPr>
          <a:xfrm>
            <a:off x="4318000" y="2844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stg_customers</a:t>
            </a:r>
          </a:p>
          <a:p>
            <a:pPr algn="ctr">
              <a:buNone/>
            </a:pPr>
            <a:r>
              <a:rPr lang="en-US" sz="1400" dirty="0">
                <a:solidFill>
                  <a:srgbClr val="001F6B"/>
                </a:solidFill>
                <a:latin typeface="Frutiger"/>
                <a:cs typeface="Frutiger"/>
              </a:rPr>
              <a:t>view</a:t>
            </a:r>
          </a:p>
        </p:txBody>
      </p:sp>
      <p:sp>
        <p:nvSpPr>
          <p:cNvPr id="113" name="Shape 113"/>
          <p:cNvSpPr/>
          <p:nvPr/>
        </p:nvSpPr>
        <p:spPr>
          <a:xfrm>
            <a:off x="4318000" y="4495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stg_orders</a:t>
            </a:r>
          </a:p>
          <a:p>
            <a:pPr algn="ctr">
              <a:buNone/>
            </a:pPr>
            <a:r>
              <a:rPr lang="en-US" sz="1400" dirty="0">
                <a:solidFill>
                  <a:srgbClr val="001F6B"/>
                </a:solidFill>
                <a:latin typeface="Frutiger"/>
                <a:cs typeface="Frutiger"/>
              </a:rPr>
              <a:t>cents → dollars, timestamp → day</a:t>
            </a:r>
          </a:p>
        </p:txBody>
      </p:sp>
      <p:sp>
        <p:nvSpPr>
          <p:cNvPr id="114" name="Shape 114"/>
          <p:cNvSpPr/>
          <p:nvPr/>
        </p:nvSpPr>
        <p:spPr>
          <a:xfrm>
            <a:off x="8128000" y="3670300"/>
            <a:ext cx="2921000" cy="939800"/>
          </a:xfrm>
          <a:prstGeom prst="roundRect">
            <a:avLst>
              <a:gd name="adj" fmla="val 12000"/>
            </a:avLst>
          </a:prstGeom>
          <a:solidFill>
            <a:srgbClr val="001F6B"/>
          </a:solidFill>
          <a:ln>
            <a:noFill/>
          </a:ln>
        </p:spPr>
        <p:txBody>
          <a:bodyPr wrap="square" lIns="76200" tIns="25400" rIns="76200" bIns="25400" anchor="ctr">
            <a:normAutofit/>
          </a:bodyPr>
          <a:lstStyle/>
          <a:p>
            <a:pPr algn="ctr">
              <a:buNone/>
            </a:pPr>
            <a:r>
              <a:rPr lang="en-US" sz="2000" b="1" dirty="0">
                <a:solidFill>
                  <a:srgbClr val="FFFFFF"/>
                </a:solidFill>
                <a:latin typeface="Consolas"/>
                <a:cs typeface="Consolas"/>
              </a:rPr>
              <a:t>customers</a:t>
            </a:r>
          </a:p>
          <a:p>
            <a:pPr algn="ctr">
              <a:buNone/>
            </a:pPr>
            <a:r>
              <a:rPr lang="en-US" sz="1400" dirty="0">
                <a:solidFill>
                  <a:srgbClr val="FFFFFF"/>
                </a:solidFill>
                <a:latin typeface="Frutiger"/>
                <a:cs typeface="Frutiger"/>
              </a:rPr>
              <a:t>lifetime orders and spend (via orders)</a:t>
            </a:r>
          </a:p>
        </p:txBody>
      </p:sp>
      <p:sp>
        <p:nvSpPr>
          <p:cNvPr id="115" name="Shape 115"/>
          <p:cNvSpPr/>
          <p:nvPr/>
        </p:nvSpPr>
        <p:spPr>
          <a:xfrm>
            <a:off x="4318000" y="5867400"/>
            <a:ext cx="2667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a:bodyPr>
          <a:lstStyle/>
          <a:p>
            <a:pPr algn="ctr">
              <a:buNone/>
            </a:pPr>
            <a:r>
              <a:rPr lang="en-US" sz="1700" b="1" dirty="0">
                <a:solidFill>
                  <a:srgbClr val="E40046"/>
                </a:solidFill>
                <a:latin typeface="Consolas"/>
                <a:cs typeface="Consolas"/>
              </a:rPr>
              <a:t>expression_is_true</a:t>
            </a:r>
          </a:p>
          <a:p>
            <a:pPr algn="ctr">
              <a:buNone/>
            </a:pPr>
            <a:r>
              <a:rPr lang="en-US" sz="1400" dirty="0">
                <a:solidFill>
                  <a:srgbClr val="E40046"/>
                </a:solidFill>
                <a:latin typeface="Frutiger"/>
                <a:cs typeface="Frutiger"/>
              </a:rPr>
              <a:t>test · order_total − tax_paid = subtotal</a:t>
            </a:r>
          </a:p>
        </p:txBody>
      </p:sp>
      <p:sp>
        <p:nvSpPr>
          <p:cNvPr id="116" name="Shape 116"/>
          <p:cNvSpPr/>
          <p:nvPr/>
        </p:nvSpPr>
        <p:spPr>
          <a:xfrm>
            <a:off x="8128000" y="5867400"/>
            <a:ext cx="2921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a:bodyPr>
          <a:lstStyle/>
          <a:p>
            <a:pPr algn="ctr">
              <a:buNone/>
            </a:pPr>
            <a:r>
              <a:rPr lang="en-US" sz="1700" b="1" dirty="0">
                <a:solidFill>
                  <a:srgbClr val="E40046"/>
                </a:solidFill>
                <a:latin typeface="Consolas"/>
                <a:cs typeface="Consolas"/>
              </a:rPr>
              <a:t>accepted_values</a:t>
            </a:r>
          </a:p>
          <a:p>
            <a:pPr algn="ctr">
              <a:buNone/>
            </a:pPr>
            <a:r>
              <a:rPr lang="en-US" sz="1400" dirty="0">
                <a:solidFill>
                  <a:srgbClr val="E40046"/>
                </a:solidFill>
                <a:latin typeface="Frutiger"/>
                <a:cs typeface="Frutiger"/>
              </a:rPr>
              <a:t>test · customer_type in [new, returning]</a:t>
            </a:r>
          </a:p>
        </p:txBody>
      </p:sp>
      <p:cxnSp>
        <p:nvCxnSpPr>
          <p:cNvPr id="120" name="Line 120"/>
          <p:cNvCxnSpPr/>
          <p:nvPr/>
        </p:nvCxnSpPr>
        <p:spPr>
          <a:xfrm>
            <a:off x="3810000" y="3251200"/>
            <a:ext cx="508000" cy="0"/>
          </a:xfrm>
          <a:prstGeom prst="line">
            <a:avLst/>
          </a:prstGeom>
          <a:ln w="25400">
            <a:solidFill>
              <a:srgbClr val="001F6B"/>
            </a:solidFill>
            <a:tailEnd type="triangle" w="med" len="med"/>
          </a:ln>
        </p:spPr>
      </p:cxnSp>
      <p:cxnSp>
        <p:nvCxnSpPr>
          <p:cNvPr id="121" name="Line 121"/>
          <p:cNvCxnSpPr/>
          <p:nvPr/>
        </p:nvCxnSpPr>
        <p:spPr>
          <a:xfrm>
            <a:off x="3810000" y="4902200"/>
            <a:ext cx="508000" cy="0"/>
          </a:xfrm>
          <a:prstGeom prst="line">
            <a:avLst/>
          </a:prstGeom>
          <a:ln w="25400">
            <a:solidFill>
              <a:srgbClr val="001F6B"/>
            </a:solidFill>
            <a:tailEnd type="triangle" w="med" len="med"/>
          </a:ln>
        </p:spPr>
      </p:cxnSp>
      <p:cxnSp>
        <p:nvCxnSpPr>
          <p:cNvPr id="122" name="Line 122"/>
          <p:cNvCxnSpPr/>
          <p:nvPr/>
        </p:nvCxnSpPr>
        <p:spPr>
          <a:xfrm>
            <a:off x="6985000" y="3251200"/>
            <a:ext cx="1143000" cy="787400"/>
          </a:xfrm>
          <a:prstGeom prst="line">
            <a:avLst/>
          </a:prstGeom>
          <a:ln w="25400">
            <a:solidFill>
              <a:srgbClr val="001F6B"/>
            </a:solidFill>
            <a:tailEnd type="triangle" w="med" len="med"/>
          </a:ln>
        </p:spPr>
      </p:cxnSp>
      <p:cxnSp>
        <p:nvCxnSpPr>
          <p:cNvPr id="123" name="Line 123"/>
          <p:cNvCxnSpPr/>
          <p:nvPr/>
        </p:nvCxnSpPr>
        <p:spPr>
          <a:xfrm flipV="1">
            <a:off x="6985000" y="4241800"/>
            <a:ext cx="1143000" cy="660400"/>
          </a:xfrm>
          <a:prstGeom prst="line">
            <a:avLst/>
          </a:prstGeom>
          <a:ln w="25400">
            <a:solidFill>
              <a:srgbClr val="001F6B"/>
            </a:solidFill>
            <a:tailEnd type="triangle" w="med" len="med"/>
          </a:ln>
        </p:spPr>
      </p:cxnSp>
      <p:cxnSp>
        <p:nvCxnSpPr>
          <p:cNvPr id="124" name="Line 124"/>
          <p:cNvCxnSpPr/>
          <p:nvPr/>
        </p:nvCxnSpPr>
        <p:spPr>
          <a:xfrm>
            <a:off x="5651500" y="5308600"/>
            <a:ext cx="0" cy="558800"/>
          </a:xfrm>
          <a:prstGeom prst="line">
            <a:avLst/>
          </a:prstGeom>
          <a:ln w="19050">
            <a:solidFill>
              <a:srgbClr val="E40046"/>
            </a:solidFill>
            <a:prstDash val="dash"/>
          </a:ln>
        </p:spPr>
      </p:cxnSp>
      <p:cxnSp>
        <p:nvCxnSpPr>
          <p:cNvPr id="125" name="Line 125"/>
          <p:cNvCxnSpPr/>
          <p:nvPr/>
        </p:nvCxnSpPr>
        <p:spPr>
          <a:xfrm>
            <a:off x="9588500" y="4610100"/>
            <a:ext cx="0" cy="1257300"/>
          </a:xfrm>
          <a:prstGeom prst="line">
            <a:avLst/>
          </a:prstGeom>
          <a:ln w="19050">
            <a:solidFill>
              <a:srgbClr val="E40046"/>
            </a:solidFill>
            <a:prstDash val="dash"/>
          </a:ln>
        </p:spPr>
      </p:cxnSp>
      <p:cxnSp>
        <p:nvCxnSpPr>
          <p:cNvPr id="126" name="Line 126"/>
          <p:cNvCxnSpPr/>
          <p:nvPr/>
        </p:nvCxnSpPr>
        <p:spPr>
          <a:xfrm>
            <a:off x="1778000" y="5308600"/>
            <a:ext cx="0" cy="1549400"/>
          </a:xfrm>
          <a:prstGeom prst="line">
            <a:avLst/>
          </a:prstGeom>
          <a:ln w="19050">
            <a:solidFill>
              <a:srgbClr val="E40046"/>
            </a:solidFill>
            <a:prstDash val="dash"/>
          </a:ln>
        </p:spPr>
      </p:cxnSp>
      <p:cxnSp>
        <p:nvCxnSpPr>
          <p:cNvPr id="127" name="Line 127"/>
          <p:cNvCxnSpPr/>
          <p:nvPr/>
        </p:nvCxnSpPr>
        <p:spPr>
          <a:xfrm>
            <a:off x="1778000" y="6858000"/>
            <a:ext cx="7112000" cy="0"/>
          </a:xfrm>
          <a:prstGeom prst="line">
            <a:avLst/>
          </a:prstGeom>
          <a:ln w="19050">
            <a:solidFill>
              <a:srgbClr val="E40046"/>
            </a:solidFill>
            <a:prstDash val="dash"/>
          </a:ln>
        </p:spPr>
      </p:cxnSp>
      <p:cxnSp>
        <p:nvCxnSpPr>
          <p:cNvPr id="128" name="Line 128"/>
          <p:cNvCxnSpPr/>
          <p:nvPr/>
        </p:nvCxnSpPr>
        <p:spPr>
          <a:xfrm flipV="1">
            <a:off x="8890000" y="6578600"/>
            <a:ext cx="0" cy="279400"/>
          </a:xfrm>
          <a:prstGeom prst="line">
            <a:avLst/>
          </a:prstGeom>
          <a:ln w="19050">
            <a:solidFill>
              <a:srgbClr val="E40046"/>
            </a:solidFill>
            <a:prstDash val="dash"/>
          </a:ln>
        </p:spPr>
      </p:cxnSp>
      <p:sp>
        <p:nvSpPr>
          <p:cNvPr id="129" name="Shape 129"/>
          <p:cNvSpPr/>
          <p:nvPr/>
        </p:nvSpPr>
        <p:spPr>
          <a:xfrm>
            <a:off x="7112000" y="2844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30" name="Shape 130"/>
          <p:cNvSpPr/>
          <p:nvPr/>
        </p:nvSpPr>
        <p:spPr>
          <a:xfrm>
            <a:off x="7112000" y="5003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40" name="Shape 140"/>
          <p:cNvSpPr/>
          <p:nvPr/>
        </p:nvSpPr>
        <p:spPr>
          <a:xfrm>
            <a:off x="11557000" y="2362200"/>
            <a:ext cx="5892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MODELS/MARTS/CUSTOMERS.SQL</a:t>
            </a:r>
          </a:p>
        </p:txBody>
      </p:sp>
      <p:sp>
        <p:nvSpPr>
          <p:cNvPr id="141" name="Code 141"/>
          <p:cNvSpPr/>
          <p:nvPr/>
        </p:nvSpPr>
        <p:spPr>
          <a:xfrm>
            <a:off x="11557000" y="2717800"/>
            <a:ext cx="5892800" cy="2717800"/>
          </a:xfrm>
          <a:prstGeom prst="roundRect">
            <a:avLst>
              <a:gd name="adj" fmla="val 4000"/>
            </a:avLst>
          </a:prstGeom>
          <a:solidFill>
            <a:srgbClr val="0E1E4A"/>
          </a:solidFill>
          <a:ln>
            <a:noFill/>
          </a:ln>
        </p:spPr>
        <p:txBody>
          <a:bodyPr wrap="square" lIns="228600" tIns="203200" rIns="228600" bIns="228600" anchor="t">
            <a:normAutofit fontScale="92500" lnSpcReduction="10000"/>
          </a:bodyPr>
          <a:lstStyle/>
          <a:p>
            <a:pPr>
              <a:lnSpc>
                <a:spcPct val="118000"/>
              </a:lnSpc>
              <a:buNone/>
            </a:pPr>
            <a:r>
              <a:rPr lang="en-US" sz="1400" dirty="0">
                <a:solidFill>
                  <a:srgbClr val="8EC5FF"/>
                </a:solidFill>
                <a:latin typeface="Consolas"/>
                <a:cs typeface="Consolas"/>
              </a:rPr>
              <a:t>with</a:t>
            </a:r>
            <a:r>
              <a:rPr lang="en-US" sz="1400" dirty="0">
                <a:solidFill>
                  <a:srgbClr val="E8ECF5"/>
                </a:solidFill>
                <a:latin typeface="Consolas"/>
                <a:cs typeface="Consolas"/>
              </a:rPr>
              <a:t> customers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ref('stg_customers')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E8ECF5"/>
                </a:solidFill>
                <a:latin typeface="Consolas"/>
                <a:cs typeface="Consolas"/>
              </a:rPr>
              <a:t>orders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ref('orders')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8EC5FF"/>
                </a:solidFill>
                <a:latin typeface="Consolas"/>
                <a:cs typeface="Consolas"/>
              </a:rPr>
              <a:t>select</a:t>
            </a:r>
            <a:r>
              <a:rPr lang="en-US" sz="1400" dirty="0">
                <a:solidFill>
                  <a:srgbClr val="E8ECF5"/>
                </a:solidFill>
                <a:latin typeface="Consolas"/>
                <a:cs typeface="Consolas"/>
              </a:rPr>
              <a:t> customers.customer_id, customers.customer_name,</a:t>
            </a:r>
          </a:p>
          <a:p>
            <a:pPr>
              <a:lnSpc>
                <a:spcPct val="118000"/>
              </a:lnSpc>
              <a:buNone/>
            </a:pPr>
            <a:r>
              <a:rPr lang="en-US" sz="1400" dirty="0">
                <a:solidFill>
                  <a:srgbClr val="8EC5FF"/>
                </a:solidFill>
                <a:latin typeface="Consolas"/>
                <a:cs typeface="Consolas"/>
              </a:rPr>
              <a:t>    count(distinct</a:t>
            </a:r>
            <a:r>
              <a:rPr lang="en-US" sz="1400" dirty="0">
                <a:solidFill>
                  <a:srgbClr val="E8ECF5"/>
                </a:solidFill>
                <a:latin typeface="Consolas"/>
                <a:cs typeface="Consolas"/>
              </a:rPr>
              <a:t> orders.order_id</a:t>
            </a:r>
            <a:r>
              <a:rPr lang="en-US" sz="1400" dirty="0">
                <a:solidFill>
                  <a:srgbClr val="FFD27F"/>
                </a:solidFill>
                <a:latin typeface="Consolas"/>
                <a:cs typeface="Consolas"/>
              </a:rPr>
              <a:t>)</a:t>
            </a:r>
            <a:r>
              <a:rPr lang="en-US" sz="1400" dirty="0">
                <a:solidFill>
                  <a:srgbClr val="FFD27F"/>
                </a:solidFill>
                <a:latin typeface="Consolas"/>
                <a:cs typeface="Consolas"/>
              </a:rPr>
              <a:t> as count_lifetime_orders,</a:t>
            </a:r>
          </a:p>
          <a:p>
            <a:pPr>
              <a:lnSpc>
                <a:spcPct val="118000"/>
              </a:lnSpc>
              <a:buNone/>
            </a:pPr>
            <a:r>
              <a:rPr lang="en-US" sz="1400" dirty="0">
                <a:solidFill>
                  <a:srgbClr val="8EC5FF"/>
                </a:solidFill>
                <a:latin typeface="Consolas"/>
                <a:cs typeface="Consolas"/>
              </a:rPr>
              <a:t>    sum(</a:t>
            </a:r>
            <a:r>
              <a:rPr lang="en-US" sz="1400" dirty="0">
                <a:solidFill>
                  <a:srgbClr val="E8ECF5"/>
                </a:solidFill>
                <a:latin typeface="Consolas"/>
                <a:cs typeface="Consolas"/>
              </a:rPr>
              <a:t>orders.order_total</a:t>
            </a:r>
            <a:r>
              <a:rPr lang="en-US" sz="1400" dirty="0">
                <a:solidFill>
                  <a:srgbClr val="8EC5FF"/>
                </a:solidFill>
                <a:latin typeface="Consolas"/>
                <a:cs typeface="Consolas"/>
              </a:rPr>
              <a:t>)</a:t>
            </a:r>
            <a:r>
              <a:rPr lang="en-US" sz="1400" dirty="0">
                <a:solidFill>
                  <a:srgbClr val="E8ECF5"/>
                </a:solidFill>
                <a:latin typeface="Consolas"/>
                <a:cs typeface="Consolas"/>
              </a:rPr>
              <a:t> as lifetime_spend</a:t>
            </a:r>
          </a:p>
          <a:p>
            <a:pPr>
              <a:lnSpc>
                <a:spcPct val="118000"/>
              </a:lnSpc>
              <a:buNone/>
            </a:pPr>
            <a:r>
              <a:rPr lang="en-US" sz="1400" dirty="0">
                <a:solidFill>
                  <a:srgbClr val="8EC5FF"/>
                </a:solidFill>
                <a:latin typeface="Consolas"/>
                <a:cs typeface="Consolas"/>
              </a:rPr>
              <a:t>from</a:t>
            </a:r>
            <a:r>
              <a:rPr lang="en-US" sz="1400" dirty="0">
                <a:solidFill>
                  <a:srgbClr val="E8ECF5"/>
                </a:solidFill>
                <a:latin typeface="Consolas"/>
                <a:cs typeface="Consolas"/>
              </a:rPr>
              <a:t> customers </a:t>
            </a:r>
            <a:r>
              <a:rPr lang="en-US" sz="1400" dirty="0">
                <a:solidFill>
                  <a:srgbClr val="8EC5FF"/>
                </a:solidFill>
                <a:latin typeface="Consolas"/>
                <a:cs typeface="Consolas"/>
              </a:rPr>
              <a:t>left join</a:t>
            </a:r>
            <a:r>
              <a:rPr lang="en-US" sz="1400" dirty="0">
                <a:solidFill>
                  <a:srgbClr val="E8ECF5"/>
                </a:solidFill>
                <a:latin typeface="Consolas"/>
                <a:cs typeface="Consolas"/>
              </a:rPr>
              <a:t> orders …</a:t>
            </a:r>
          </a:p>
        </p:txBody>
      </p:sp>
      <p:sp>
        <p:nvSpPr>
          <p:cNvPr id="150" name="Shape 150"/>
          <p:cNvSpPr/>
          <p:nvPr/>
        </p:nvSpPr>
        <p:spPr>
          <a:xfrm>
            <a:off x="11557000" y="5638800"/>
            <a:ext cx="5892800" cy="1397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1760200" y="5740400"/>
            <a:ext cx="5537200" cy="1219200"/>
          </a:xfrm>
          <a:prstGeom prst="rect">
            <a:avLst/>
          </a:prstGeom>
          <a:noFill/>
          <a:ln>
            <a:noFill/>
          </a:ln>
        </p:spPr>
        <p:txBody>
          <a:bodyPr wrap="square" lIns="0" tIns="0" rIns="0" bIns="0" anchor="t">
            <a:normAutofit/>
          </a:bodyPr>
          <a:lstStyle/>
          <a:p>
            <a:pPr>
              <a:buNone/>
            </a:pPr>
            <a:r>
              <a:rPr lang="en-US" sz="2000" b="1" dirty="0">
                <a:solidFill>
                  <a:srgbClr val="E40046"/>
                </a:solidFill>
                <a:latin typeface="Consolas"/>
                <a:cs typeface="Consolas"/>
              </a:rPr>
              <a:t>{{ … }}</a:t>
            </a:r>
            <a:r>
              <a:rPr lang="en-US" sz="2000" b="1" dirty="0">
                <a:solidFill>
                  <a:srgbClr val="001F6B"/>
                </a:solidFill>
                <a:latin typeface="Frutiger"/>
                <a:cs typeface="Frutiger"/>
              </a:rPr>
              <a:t>  is Jinja</a:t>
            </a:r>
          </a:p>
          <a:p>
            <a:pPr>
              <a:lnSpc>
                <a:spcPct val="105000"/>
              </a:lnSpc>
              <a:spcBef>
                <a:spcPts val="400"/>
              </a:spcBef>
              <a:buNone/>
            </a:pPr>
            <a:r>
              <a:rPr lang="en-US" sz="1800" dirty="0">
                <a:solidFill>
                  <a:srgbClr val="364750"/>
                </a:solidFill>
                <a:latin typeface="Frutiger"/>
                <a:cs typeface="Frutiger"/>
              </a:rPr>
              <a:t>A template that becomes SQL at compile time. In everyday use you will meet ref(), source(), config() and the occasional macro — the rest is ordinary SQL.</a:t>
            </a:r>
          </a:p>
        </p:txBody>
      </p:sp>
      <p:sp>
        <p:nvSpPr>
          <p:cNvPr id="160" name="Shape 160"/>
          <p:cNvSpPr/>
          <p:nvPr/>
        </p:nvSpPr>
        <p:spPr>
          <a:xfrm>
            <a:off x="838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1" name="Shape 161"/>
          <p:cNvSpPr/>
          <p:nvPr/>
        </p:nvSpPr>
        <p:spPr>
          <a:xfrm>
            <a:off x="1092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Order</a:t>
            </a:r>
          </a:p>
          <a:p>
            <a:pPr>
              <a:lnSpc>
                <a:spcPct val="106000"/>
              </a:lnSpc>
              <a:spcBef>
                <a:spcPts val="600"/>
              </a:spcBef>
              <a:buNone/>
            </a:pPr>
            <a:r>
              <a:rPr lang="en-US" sz="2000" dirty="0">
                <a:solidFill>
                  <a:srgbClr val="364750"/>
                </a:solidFill>
                <a:latin typeface="Frutiger"/>
                <a:cs typeface="Frutiger"/>
              </a:rPr>
              <a:t>dbt builds parents before children. No hand-maintained run list.</a:t>
            </a:r>
          </a:p>
        </p:txBody>
      </p:sp>
      <p:sp>
        <p:nvSpPr>
          <p:cNvPr id="162" name="Shape 162"/>
          <p:cNvSpPr/>
          <p:nvPr/>
        </p:nvSpPr>
        <p:spPr>
          <a:xfrm>
            <a:off x="6426200" y="7416800"/>
            <a:ext cx="50800" cy="1574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63" name="Shape 163"/>
          <p:cNvSpPr/>
          <p:nvPr/>
        </p:nvSpPr>
        <p:spPr>
          <a:xfrm>
            <a:off x="6680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Selection</a:t>
            </a:r>
          </a:p>
          <a:p>
            <a:pPr>
              <a:lnSpc>
                <a:spcPct val="106000"/>
              </a:lnSpc>
              <a:spcBef>
                <a:spcPts val="600"/>
              </a:spcBef>
              <a:buNone/>
            </a:pPr>
            <a:r>
              <a:rPr lang="en-US" sz="2000" dirty="0">
                <a:solidFill>
                  <a:srgbClr val="364750"/>
                </a:solidFill>
                <a:latin typeface="Consolas"/>
                <a:cs typeface="Consolas"/>
              </a:rPr>
              <a:t>+customers = it and its ancestors.  stg_orders+ = it and everything downstream.</a:t>
            </a:r>
          </a:p>
        </p:txBody>
      </p:sp>
      <p:sp>
        <p:nvSpPr>
          <p:cNvPr id="164" name="Shape 164"/>
          <p:cNvSpPr/>
          <p:nvPr/>
        </p:nvSpPr>
        <p:spPr>
          <a:xfrm>
            <a:off x="12014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5" name="Shape 165"/>
          <p:cNvSpPr/>
          <p:nvPr/>
        </p:nvSpPr>
        <p:spPr>
          <a:xfrm>
            <a:off x="12268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Impact</a:t>
            </a:r>
          </a:p>
          <a:p>
            <a:pPr>
              <a:lnSpc>
                <a:spcPct val="106000"/>
              </a:lnSpc>
              <a:spcBef>
                <a:spcPts val="600"/>
              </a:spcBef>
              <a:buNone/>
            </a:pPr>
            <a:r>
              <a:rPr lang="en-US" sz="2000" dirty="0">
                <a:solidFill>
                  <a:srgbClr val="364750"/>
                </a:solidFill>
                <a:latin typeface="Frutiger"/>
                <a:cs typeface="Frutiger"/>
              </a:rPr>
              <a:t>Change how tax is converted? The graph tells you which models and tests are affected.</a:t>
            </a:r>
          </a:p>
        </p:txBody>
      </p:sp>
    </p:spTree>
    <p:extLst>
      <p:ext uri="{BB962C8B-B14F-4D97-AF65-F5344CB8AC3E}">
        <p14:creationId xmlns:p14="http://schemas.microsoft.com/office/powerpoint/2010/main" val="1710973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TESTS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State the rules next to the code</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12</a:t>
            </a:r>
            <a:endParaRPr sz="1801"/>
          </a:p>
        </p:txBody>
      </p:sp>
      <p:sp>
        <p:nvSpPr>
          <p:cNvPr id="100" name="Shape 100"/>
          <p:cNvSpPr/>
          <p:nvPr/>
        </p:nvSpPr>
        <p:spPr>
          <a:xfrm>
            <a:off x="838200" y="2362200"/>
            <a:ext cx="76200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MODELS/STAGING/STG_ORDERS.YML  ·  MODELS/MARTS/ORDERS.YML</a:t>
            </a:r>
          </a:p>
        </p:txBody>
      </p:sp>
      <p:sp>
        <p:nvSpPr>
          <p:cNvPr id="101" name="Code 101"/>
          <p:cNvSpPr/>
          <p:nvPr/>
        </p:nvSpPr>
        <p:spPr>
          <a:xfrm>
            <a:off x="838200" y="2717800"/>
            <a:ext cx="7874000" cy="5334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26000"/>
              </a:lnSpc>
              <a:buNone/>
            </a:pPr>
            <a:r>
              <a:rPr lang="en-US" sz="1700" dirty="0">
                <a:solidFill>
                  <a:srgbClr val="8EC5FF"/>
                </a:solidFill>
                <a:latin typeface="Consolas"/>
                <a:cs typeface="Consolas"/>
              </a:rPr>
              <a:t>models:</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stg_orders</a:t>
            </a:r>
          </a:p>
          <a:p>
            <a:pPr>
              <a:lnSpc>
                <a:spcPct val="126000"/>
              </a:lnSpc>
              <a:buNone/>
            </a:pPr>
            <a:r>
              <a:rPr lang="en-US" sz="1700" dirty="0">
                <a:solidFill>
                  <a:srgbClr val="8EC5FF"/>
                </a:solidFill>
                <a:latin typeface="Consolas"/>
                <a:cs typeface="Consolas"/>
              </a:rPr>
              <a:t>    description: </a:t>
            </a:r>
            <a:r>
              <a:rPr lang="en-US" sz="1700" dirty="0">
                <a:solidFill>
                  <a:srgbClr val="FFD27F"/>
                </a:solidFill>
                <a:latin typeface="Consolas"/>
                <a:cs typeface="Consolas"/>
              </a:rPr>
              <a:t>One row per order. Amounts in USD.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dbt_utils.expression_is_true</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expression: </a:t>
            </a:r>
            <a:r>
              <a:rPr lang="en-US" sz="1700" dirty="0">
                <a:solidFill>
                  <a:srgbClr val="FF8FA3"/>
                </a:solidFill>
                <a:latin typeface="Consolas"/>
                <a:cs typeface="Consolas"/>
              </a:rPr>
              <a:t>"order_total - tax_paid = subtotal"</a:t>
            </a: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8EC5FF"/>
                </a:solidFill>
                <a:latin typeface="Consolas"/>
                <a:cs typeface="Consolas"/>
              </a:rPr>
              <a:t>order_id</a:t>
            </a:r>
          </a:p>
          <a:p>
            <a:pPr>
              <a:lnSpc>
                <a:spcPct val="126000"/>
              </a:lnSpc>
              <a:buNone/>
            </a:pPr>
            <a:r>
              <a:rPr lang="en-US" sz="1700" dirty="0">
                <a:solidFill>
                  <a:srgbClr val="8EC5FF"/>
                </a:solidFill>
                <a:latin typeface="Consolas"/>
                <a:cs typeface="Consolas"/>
              </a:rPr>
              <a:t>        data_tests: [</a:t>
            </a:r>
            <a:r>
              <a:rPr lang="en-US" sz="1700" dirty="0">
                <a:solidFill>
                  <a:srgbClr val="FF8FA3"/>
                </a:solidFill>
                <a:latin typeface="Consolas"/>
                <a:cs typeface="Consolas"/>
              </a:rPr>
              <a:t>not_null</a:t>
            </a:r>
            <a:r>
              <a:rPr lang="en-US" sz="1700" dirty="0">
                <a:solidFill>
                  <a:srgbClr val="8EC5FF"/>
                </a:solidFill>
                <a:latin typeface="Consolas"/>
                <a:cs typeface="Consolas"/>
              </a:rPr>
              <a:t>, </a:t>
            </a:r>
            <a:r>
              <a:rPr lang="en-US" sz="1700" dirty="0">
                <a:solidFill>
                  <a:srgbClr val="8EC5FF"/>
                </a:solidFill>
                <a:latin typeface="Consolas"/>
                <a:cs typeface="Consolas"/>
              </a:rPr>
              <a:t>unique</a:t>
            </a:r>
            <a:r>
              <a:rPr lang="en-US" sz="1700" dirty="0">
                <a:solidFill>
                  <a:srgbClr val="8EC5FF"/>
                </a:solidFill>
                <a:latin typeface="Consolas"/>
                <a:cs typeface="Consolas"/>
              </a:rPr>
              <a:t>]</a:t>
            </a:r>
          </a:p>
          <a:p>
            <a:pPr>
              <a:lnSpc>
                <a:spcPct val="126000"/>
              </a:lnSpc>
              <a:buNone/>
            </a:pP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orders</a:t>
            </a:r>
            <a:r>
              <a:rPr lang="en-US" sz="1700" dirty="0">
                <a:solidFill>
                  <a:srgbClr val="E8ECF5"/>
                </a:solidFill>
                <a:latin typeface="Consolas"/>
                <a:cs typeface="Consolas"/>
              </a:rPr>
              <a:t>                    # marts/orders.yml</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FF8FA3"/>
                </a:solidFill>
                <a:latin typeface="Consolas"/>
                <a:cs typeface="Consolas"/>
              </a:rPr>
              <a:t>customer_id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relationships</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to: </a:t>
            </a:r>
            <a:r>
              <a:rPr lang="en-US" sz="1700" dirty="0">
                <a:solidFill>
                  <a:srgbClr val="E8ECF5"/>
                </a:solidFill>
                <a:latin typeface="Consolas"/>
                <a:cs typeface="Consolas"/>
              </a:rPr>
              <a:t>ref('stg_customers')</a:t>
            </a:r>
            <a:r>
              <a:rPr lang="en-US" sz="1700" dirty="0">
                <a:solidFill>
                  <a:srgbClr val="E8ECF5"/>
                </a:solidFill>
                <a:latin typeface="Consolas"/>
                <a:cs typeface="Consolas"/>
              </a:rPr>
              <a:t>, field: customer_id }</a:t>
            </a:r>
          </a:p>
        </p:txBody>
      </p:sp>
      <p:sp>
        <p:nvSpPr>
          <p:cNvPr id="103" name="Shape 103"/>
          <p:cNvSpPr/>
          <p:nvPr/>
        </p:nvSpPr>
        <p:spPr>
          <a:xfrm>
            <a:off x="838200" y="8255000"/>
            <a:ext cx="7874000" cy="863600"/>
          </a:xfrm>
          <a:prstGeom prst="rect">
            <a:avLst/>
          </a:prstGeom>
          <a:solidFill>
            <a:srgbClr val="F4F6FA"/>
          </a:solidFill>
          <a:ln>
            <a:noFill/>
          </a:ln>
        </p:spPr>
        <p:txBody>
          <a:bodyPr wrap="square" lIns="203200" tIns="50800" rIns="203200" bIns="50800" anchor="ctr">
            <a:normAutofit/>
          </a:bodyPr>
          <a:lstStyle/>
          <a:p>
            <a:pPr>
              <a:buNone/>
            </a:pPr>
            <a:r>
              <a:rPr lang="en-US" sz="2000" b="1" dirty="0">
                <a:solidFill>
                  <a:srgbClr val="001F6B"/>
                </a:solidFill>
                <a:latin typeface="Frutiger"/>
                <a:cs typeface="Frutiger"/>
              </a:rPr>
              <a:t>A test is just a query that returns the failing rows. </a:t>
            </a:r>
            <a:r>
              <a:rPr lang="en-US" sz="1900" dirty="0">
                <a:solidFill>
                  <a:srgbClr val="364750"/>
                </a:solidFill>
                <a:latin typeface="Frutiger"/>
                <a:cs typeface="Frutiger"/>
              </a:rPr>
              <a:t>Zero rows back = pass. dbt writes the query for the generic tests; you write it for singular ones.</a:t>
            </a:r>
          </a:p>
        </p:txBody>
      </p:sp>
      <p:sp>
        <p:nvSpPr>
          <p:cNvPr id="110" name="Shape 110"/>
          <p:cNvSpPr/>
          <p:nvPr/>
        </p:nvSpPr>
        <p:spPr>
          <a:xfrm>
            <a:off x="9144000" y="2362200"/>
            <a:ext cx="8305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WHICH TEST CATCHES WHAT?</a:t>
            </a:r>
          </a:p>
        </p:txBody>
      </p:sp>
      <p:graphicFrame>
        <p:nvGraphicFramePr>
          <p:cNvPr id="111" name="Table 111"/>
          <p:cNvGraphicFramePr>
            <a:graphicFrameLocks noGrp="1"/>
          </p:cNvGraphicFramePr>
          <p:nvPr/>
        </p:nvGraphicFramePr>
        <p:xfrm>
          <a:off x="9144000" y="2717800"/>
          <a:ext cx="8305800" cy="4013200"/>
        </p:xfrm>
        <a:graphic>
          <a:graphicData uri="http://schemas.openxmlformats.org/drawingml/2006/table">
            <a:tbl>
              <a:tblPr/>
              <a:tblGrid>
                <a:gridCol w="5080000">
                  <a:extLst>
                    <a:ext uri="{9D8B030D-6E8A-4147-A177-3AD203B41FA5}">
                      <a16:colId xmlns:a16="http://schemas.microsoft.com/office/drawing/2014/main" val="20000"/>
                    </a:ext>
                  </a:extLst>
                </a:gridCol>
                <a:gridCol w="3225800">
                  <a:extLst>
                    <a:ext uri="{9D8B030D-6E8A-4147-A177-3AD203B41FA5}">
                      <a16:colId xmlns:a16="http://schemas.microsoft.com/office/drawing/2014/main" val="20001"/>
                    </a:ext>
                  </a:extLst>
                </a:gridCol>
              </a:tblGrid>
              <a:tr h="533400">
                <a:tc>
                  <a:txBody>
                    <a:bodyPr/>
                    <a:lstStyle/>
                    <a:p>
                      <a:pPr algn="l">
                        <a:buNone/>
                      </a:pPr>
                      <a:r>
                        <a:rPr lang="en-US" sz="1700" b="1" dirty="0">
                          <a:solidFill>
                            <a:srgbClr val="FFFFFF"/>
                          </a:solidFill>
                          <a:latin typeface="Frutiger"/>
                          <a:cs typeface="Frutiger"/>
                        </a:rPr>
                        <a:t>If this goes wrong…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700" b="1" dirty="0">
                          <a:solidFill>
                            <a:srgbClr val="FFFFFF"/>
                          </a:solidFill>
                          <a:latin typeface="Frutiger"/>
                          <a:cs typeface="Frutiger"/>
                        </a:rPr>
                        <a:t>…this test fails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85800">
                <a:tc>
                  <a:txBody>
                    <a:bodyPr/>
                    <a:lstStyle/>
                    <a:p>
                      <a:pPr algn="l">
                        <a:buNone/>
                      </a:pPr>
                      <a:r>
                        <a:rPr lang="en-US" sz="1800" dirty="0">
                          <a:solidFill>
                            <a:srgbClr val="364750"/>
                          </a:solidFill>
                          <a:latin typeface="Frutiger"/>
                          <a:cs typeface="Frutiger"/>
                        </a:rPr>
                        <a:t>The same order_id appears twice after a bad join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unique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85800">
                <a:tc>
                  <a:txBody>
                    <a:bodyPr/>
                    <a:lstStyle/>
                    <a:p>
                      <a:pPr algn="l">
                        <a:buNone/>
                      </a:pPr>
                      <a:r>
                        <a:rPr lang="en-US" sz="1800" dirty="0">
                          <a:solidFill>
                            <a:srgbClr val="364750"/>
                          </a:solidFill>
                          <a:latin typeface="Frutiger"/>
                          <a:cs typeface="Frutiger"/>
                        </a:rPr>
                        <a:t>An order arrives with no key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not_null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685800">
                <a:tc>
                  <a:txBody>
                    <a:bodyPr/>
                    <a:lstStyle/>
                    <a:p>
                      <a:pPr algn="l">
                        <a:buNone/>
                      </a:pPr>
                      <a:r>
                        <a:rPr lang="en-US" sz="1800" dirty="0">
                          <a:solidFill>
                            <a:srgbClr val="364750"/>
                          </a:solidFill>
                          <a:latin typeface="Frutiger"/>
                          <a:cs typeface="Frutiger"/>
                        </a:rPr>
                        <a:t>Someone types “Returning” instead of “returning”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accepted_values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85800">
                <a:tc>
                  <a:txBody>
                    <a:bodyPr/>
                    <a:lstStyle/>
                    <a:p>
                      <a:pPr algn="l">
                        <a:buNone/>
                      </a:pPr>
                      <a:r>
                        <a:rPr lang="en-US" sz="1800" dirty="0">
                          <a:solidFill>
                            <a:srgbClr val="364750"/>
                          </a:solidFill>
                          <a:latin typeface="Frutiger"/>
                          <a:cs typeface="Frutiger"/>
                        </a:rPr>
                        <a:t>An order points at a customer that doesn’t exist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relationships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736600">
                <a:tc>
                  <a:txBody>
                    <a:bodyPr/>
                    <a:lstStyle/>
                    <a:p>
                      <a:pPr algn="l">
                        <a:buNone/>
                      </a:pPr>
                      <a:r>
                        <a:rPr lang="en-US" sz="1800" dirty="0">
                          <a:solidFill>
                            <a:srgbClr val="364750"/>
                          </a:solidFill>
                          <a:latin typeface="Frutiger"/>
                          <a:cs typeface="Frutiger"/>
                        </a:rPr>
                        <a:t>tax_paid stays in cents, so order_total ≠ subtotal + tax</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700" b="1" dirty="0">
                          <a:solidFill>
                            <a:srgbClr val="E40046"/>
                          </a:solidFill>
                          <a:latin typeface="Consolas"/>
                          <a:cs typeface="Consolas"/>
                        </a:rPr>
                        <a:t>expression_is_true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20" name="Shape 120"/>
          <p:cNvSpPr/>
          <p:nvPr/>
        </p:nvSpPr>
        <p:spPr>
          <a:xfrm>
            <a:off x="9144000" y="6959600"/>
            <a:ext cx="8305800" cy="2159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372600" y="7086600"/>
            <a:ext cx="7874000" cy="1930400"/>
          </a:xfrm>
          <a:prstGeom prst="rect">
            <a:avLst/>
          </a:prstGeom>
          <a:noFill/>
          <a:ln>
            <a:noFill/>
          </a:ln>
        </p:spPr>
        <p:txBody>
          <a:bodyPr wrap="square" lIns="0" tIns="0" rIns="0" bIns="0" anchor="t">
            <a:normAutofit/>
          </a:bodyPr>
          <a:lstStyle/>
          <a:p>
            <a:pPr>
              <a:lnSpc>
                <a:spcPct val="105000"/>
              </a:lnSpc>
              <a:buNone/>
            </a:pPr>
            <a:r>
              <a:rPr lang="en-US" sz="2000" b="1" dirty="0">
                <a:solidFill>
                  <a:srgbClr val="001F6B"/>
                </a:solidFill>
                <a:latin typeface="Frutiger"/>
                <a:cs typeface="Frutiger"/>
              </a:rPr>
              <a:t>Data tests</a:t>
            </a:r>
            <a:r>
              <a:rPr lang="en-US" sz="1800" dirty="0">
                <a:solidFill>
                  <a:srgbClr val="364750"/>
                </a:solidFill>
                <a:latin typeface="Frutiger"/>
                <a:cs typeface="Frutiger"/>
              </a:rPr>
              <a:t>  check the data that was actually built — unique, not_null, accepted_values, relationships, plus any SQL you write yourself.</a:t>
            </a:r>
          </a:p>
          <a:p>
            <a:pPr>
              <a:lnSpc>
                <a:spcPct val="105000"/>
              </a:lnSpc>
              <a:spcBef>
                <a:spcPts val="800"/>
              </a:spcBef>
              <a:buNone/>
            </a:pPr>
            <a:r>
              <a:rPr lang="en-US" sz="2000" b="1" dirty="0">
                <a:solidFill>
                  <a:srgbClr val="001F6B"/>
                </a:solidFill>
                <a:latin typeface="Frutiger"/>
                <a:cs typeface="Frutiger"/>
              </a:rPr>
              <a:t>Unit tests</a:t>
            </a:r>
            <a:r>
              <a:rPr lang="en-US" sz="1800" dirty="0">
                <a:solidFill>
                  <a:srgbClr val="364750"/>
                </a:solidFill>
                <a:latin typeface="Frutiger"/>
                <a:cs typeface="Frutiger"/>
              </a:rPr>
              <a:t>  check the model’s logic against rows you supply — e.g. “an order with one jaffle and one drink is both a food and a drink order”. Three ship with this project; confirm adapter support first.</a:t>
            </a:r>
          </a:p>
          <a:p>
            <a:pPr>
              <a:lnSpc>
                <a:spcPct val="105000"/>
              </a:lnSpc>
              <a:spcBef>
                <a:spcPts val="800"/>
              </a:spcBef>
              <a:buNone/>
            </a:pPr>
            <a:r>
              <a:rPr lang="en-US" sz="2000" b="1" dirty="0">
                <a:solidFill>
                  <a:srgbClr val="001F6B"/>
                </a:solidFill>
                <a:latin typeface="Frutiger"/>
                <a:cs typeface="Frutiger"/>
              </a:rPr>
              <a:t>Singular tests</a:t>
            </a:r>
            <a:r>
              <a:rPr lang="en-US" sz="1800" dirty="0">
                <a:solidFill>
                  <a:srgbClr val="364750"/>
                </a:solidFill>
                <a:latin typeface="Frutiger"/>
                <a:cs typeface="Frutiger"/>
              </a:rPr>
              <a:t>  are one-off SELECTs in data-tests/ — great for business reconciliations.</a:t>
            </a:r>
          </a:p>
        </p:txBody>
      </p:sp>
    </p:spTree>
    <p:extLst>
      <p:ext uri="{BB962C8B-B14F-4D97-AF65-F5344CB8AC3E}">
        <p14:creationId xmlns:p14="http://schemas.microsoft.com/office/powerpoint/2010/main" val="33240245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YAML, DEMONSTRATED</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Inside schema.yml: descriptions and tests</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13</a:t>
            </a:r>
            <a:endParaRPr sz="1801"/>
          </a:p>
        </p:txBody>
      </p:sp>
      <p:sp>
        <p:nvSpPr>
          <p:cNvPr id="100" name="Shape 100"/>
          <p:cNvSpPr/>
          <p:nvPr/>
        </p:nvSpPr>
        <p:spPr>
          <a:xfrm>
            <a:off x="838200" y="2311400"/>
            <a:ext cx="8890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MODELS/MARTS/CUSTOMERS.YML  ·  THE FILE THAT SITS NEXT TO CUSTOMERS.SQL</a:t>
            </a:r>
          </a:p>
        </p:txBody>
      </p:sp>
      <p:sp>
        <p:nvSpPr>
          <p:cNvPr id="101" name="Code 101"/>
          <p:cNvSpPr/>
          <p:nvPr/>
        </p:nvSpPr>
        <p:spPr>
          <a:xfrm>
            <a:off x="838200" y="2667000"/>
            <a:ext cx="8890000" cy="6426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4000"/>
              </a:lnSpc>
              <a:buNone/>
            </a:pPr>
            <a:r>
              <a:rPr lang="en-US" sz="1500" dirty="0">
                <a:solidFill>
                  <a:srgbClr val="8EC5FF"/>
                </a:solidFill>
                <a:latin typeface="Consolas"/>
                <a:cs typeface="Consolas"/>
              </a:rPr>
              <a:t>models:</a:t>
            </a:r>
          </a:p>
          <a:p>
            <a:pPr>
              <a:lnSpc>
                <a:spcPct val="114000"/>
              </a:lnSpc>
              <a:buNone/>
            </a:pPr>
            <a:r>
              <a:rPr lang="en-US" sz="1500" dirty="0">
                <a:solidFill>
                  <a:srgbClr val="E8ECF5"/>
                </a:solidFill>
                <a:latin typeface="Consolas"/>
                <a:cs typeface="Consolas"/>
              </a:rPr>
              <a:t>  - name: </a:t>
            </a:r>
            <a:r>
              <a:rPr lang="en-US" sz="1500" dirty="0">
                <a:solidFill>
                  <a:srgbClr val="E8ECF5"/>
                </a:solidFill>
                <a:latin typeface="Consolas"/>
                <a:cs typeface="Consolas"/>
              </a:rPr>
              <a:t>customers</a:t>
            </a:r>
          </a:p>
          <a:p>
            <a:pPr>
              <a:lnSpc>
                <a:spcPct val="114000"/>
              </a:lnSpc>
              <a:buNone/>
            </a:pPr>
            <a:r>
              <a:rPr lang="en-US" sz="1500" dirty="0">
                <a:solidFill>
                  <a:srgbClr val="8EC5FF"/>
                </a:solidFill>
                <a:latin typeface="Consolas"/>
                <a:cs typeface="Consolas"/>
              </a:rPr>
              <a:t>    description: &gt;</a:t>
            </a:r>
          </a:p>
          <a:p>
            <a:pPr>
              <a:lnSpc>
                <a:spcPct val="114000"/>
              </a:lnSpc>
              <a:buNone/>
            </a:pPr>
            <a:r>
              <a:rPr lang="en-US" sz="1500" dirty="0">
                <a:solidFill>
                  <a:srgbClr val="8EC5FF"/>
                </a:solidFill>
                <a:latin typeface="Consolas"/>
                <a:cs typeface="Consolas"/>
              </a:rPr>
              <a:t>      One row per customer. A customer with a single</a:t>
            </a:r>
          </a:p>
          <a:p>
            <a:pPr>
              <a:lnSpc>
                <a:spcPct val="114000"/>
              </a:lnSpc>
              <a:buNone/>
            </a:pPr>
            <a:r>
              <a:rPr lang="en-US" sz="1500" dirty="0">
                <a:solidFill>
                  <a:srgbClr val="8EC5FF"/>
                </a:solidFill>
                <a:latin typeface="Consolas"/>
                <a:cs typeface="Consolas"/>
              </a:rPr>
              <a:t>      order is 'new'; two or more make them 'returning'.</a:t>
            </a:r>
          </a:p>
          <a:p>
            <a:pPr>
              <a:lnSpc>
                <a:spcPct val="114000"/>
              </a:lnSpc>
              <a:buNone/>
            </a:pPr>
            <a:r>
              <a:rPr lang="en-US" sz="1500" dirty="0">
                <a:solidFill>
                  <a:srgbClr val="FFD27F"/>
                </a:solidFill>
                <a:latin typeface="Consolas"/>
                <a:cs typeface="Consolas"/>
              </a:rPr>
              <a:t>      Amounts in USD.</a:t>
            </a:r>
          </a:p>
          <a:p>
            <a:pPr>
              <a:lnSpc>
                <a:spcPct val="114000"/>
              </a:lnSpc>
              <a:buNone/>
            </a:pPr>
            <a:r>
              <a:rPr lang="en-US" sz="1500" dirty="0">
                <a:solidFill>
                  <a:srgbClr val="FFD27F"/>
                </a:solidFill>
                <a:latin typeface="Consolas"/>
                <a:cs typeface="Consolas"/>
              </a:rPr>
              <a:t>    data_tests:</a:t>
            </a:r>
          </a:p>
          <a:p>
            <a:pPr>
              <a:lnSpc>
                <a:spcPct val="114000"/>
              </a:lnSpc>
              <a:buNone/>
            </a:pPr>
            <a:r>
              <a:rPr lang="en-US" sz="1500" dirty="0">
                <a:solidFill>
                  <a:srgbClr val="FFD27F"/>
                </a:solidFill>
                <a:latin typeface="Consolas"/>
                <a:cs typeface="Consolas"/>
              </a:rPr>
              <a:t>      - </a:t>
            </a:r>
            <a:r>
              <a:rPr lang="en-US" sz="1500" dirty="0">
                <a:solidFill>
                  <a:srgbClr val="FFD27F"/>
                </a:solidFill>
                <a:latin typeface="Consolas"/>
                <a:cs typeface="Consolas"/>
              </a:rPr>
              <a:t>dbt_utils.expression_is_true</a:t>
            </a:r>
            <a:r>
              <a:rPr lang="en-US" sz="1500" dirty="0">
                <a:solidFill>
                  <a:srgbClr val="FFD27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expression: </a:t>
            </a:r>
            <a:r>
              <a:rPr lang="en-US" sz="1500" dirty="0">
                <a:solidFill>
                  <a:srgbClr val="E8ECF5"/>
                </a:solidFill>
                <a:latin typeface="Consolas"/>
                <a:cs typeface="Consolas"/>
              </a:rPr>
              <a:t>"lifetime_spend_pretax + lifetime_tax_paid = lifetime_spend"</a:t>
            </a:r>
          </a:p>
          <a:p>
            <a:pPr>
              <a:lnSpc>
                <a:spcPct val="114000"/>
              </a:lnSpc>
              <a:buNone/>
            </a:pPr>
            <a:r>
              <a:rPr lang="en-US" sz="1500" dirty="0">
                <a:solidFill>
                  <a:srgbClr val="8EC5FF"/>
                </a:solidFill>
                <a:latin typeface="Consolas"/>
                <a:cs typeface="Consolas"/>
              </a:rPr>
              <a:t>    columns:</a:t>
            </a:r>
          </a:p>
          <a:p>
            <a:pPr>
              <a:lnSpc>
                <a:spcPct val="114000"/>
              </a:lnSpc>
              <a:buNone/>
            </a:pPr>
            <a:r>
              <a:rPr lang="en-US" sz="1500" dirty="0">
                <a:solidFill>
                  <a:srgbClr val="8EC5FF"/>
                </a:solidFill>
                <a:latin typeface="Consolas"/>
                <a:cs typeface="Consolas"/>
              </a:rPr>
              <a:t>      - name: </a:t>
            </a:r>
            <a:r>
              <a:rPr lang="en-US" sz="1500" dirty="0">
                <a:solidFill>
                  <a:srgbClr val="8EC5FF"/>
                </a:solidFill>
                <a:latin typeface="Consolas"/>
                <a:cs typeface="Consolas"/>
              </a:rPr>
              <a:t>customer_id</a:t>
            </a:r>
          </a:p>
          <a:p>
            <a:pPr>
              <a:lnSpc>
                <a:spcPct val="114000"/>
              </a:lnSpc>
              <a:buNone/>
            </a:pPr>
            <a:r>
              <a:rPr lang="en-US" sz="1500" dirty="0">
                <a:solidFill>
                  <a:srgbClr val="8EC5FF"/>
                </a:solidFill>
                <a:latin typeface="Consolas"/>
                <a:cs typeface="Consolas"/>
              </a:rPr>
              <a:t>        description: </a:t>
            </a:r>
            <a:r>
              <a:rPr lang="en-US" sz="1500" dirty="0">
                <a:solidFill>
                  <a:srgbClr val="FF8FA3"/>
                </a:solidFill>
                <a:latin typeface="Consolas"/>
                <a:cs typeface="Consolas"/>
              </a:rPr>
              <a:t>Grain key. Matches stg_customers.</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FF8FA3"/>
                </a:solidFill>
                <a:latin typeface="Consolas"/>
                <a:cs typeface="Consolas"/>
              </a:rPr>
              <a:t>not_null</a:t>
            </a:r>
          </a:p>
          <a:p>
            <a:pPr>
              <a:lnSpc>
                <a:spcPct val="114000"/>
              </a:lnSpc>
              <a:buNone/>
            </a:pPr>
            <a:r>
              <a:rPr lang="en-US" sz="1500" dirty="0">
                <a:solidFill>
                  <a:srgbClr val="8EC5FF"/>
                </a:solidFill>
                <a:latin typeface="Consolas"/>
                <a:cs typeface="Consolas"/>
              </a:rPr>
              <a:t>          - </a:t>
            </a:r>
            <a:r>
              <a:rPr lang="en-US" sz="1500" dirty="0">
                <a:solidFill>
                  <a:srgbClr val="E8ECF5"/>
                </a:solidFill>
                <a:latin typeface="Consolas"/>
                <a:cs typeface="Consolas"/>
              </a:rPr>
              <a:t>unique</a:t>
            </a:r>
          </a:p>
          <a:p>
            <a:pPr>
              <a:lnSpc>
                <a:spcPct val="114000"/>
              </a:lnSpc>
              <a:buNone/>
            </a:pPr>
            <a:r>
              <a:rPr lang="en-US" sz="1500" dirty="0">
                <a:solidFill>
                  <a:srgbClr val="8EC5FF"/>
                </a:solidFill>
                <a:latin typeface="Consolas"/>
                <a:cs typeface="Consolas"/>
              </a:rPr>
              <a:t>      - name: </a:t>
            </a:r>
            <a:r>
              <a:rPr lang="en-US" sz="1500" dirty="0">
                <a:solidFill>
                  <a:srgbClr val="E8ECF5"/>
                </a:solidFill>
                <a:latin typeface="Consolas"/>
                <a:cs typeface="Consolas"/>
              </a:rPr>
              <a:t>customer_type</a:t>
            </a:r>
          </a:p>
          <a:p>
            <a:pPr>
              <a:lnSpc>
                <a:spcPct val="114000"/>
              </a:lnSpc>
              <a:buNone/>
            </a:pPr>
            <a:r>
              <a:rPr lang="en-US" sz="1500" dirty="0">
                <a:solidFill>
                  <a:srgbClr val="8EC5FF"/>
                </a:solidFill>
                <a:latin typeface="Consolas"/>
                <a:cs typeface="Consolas"/>
              </a:rPr>
              <a:t>        description: </a:t>
            </a:r>
            <a:r>
              <a:rPr lang="en-US" sz="1500" dirty="0">
                <a:solidFill>
                  <a:srgbClr val="E8ECF5"/>
                </a:solidFill>
                <a:latin typeface="Consolas"/>
                <a:cs typeface="Consolas"/>
              </a:rPr>
              <a:t>'new' or 'returning'.</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8EC5FF"/>
                </a:solidFill>
                <a:latin typeface="Consolas"/>
                <a:cs typeface="Consolas"/>
              </a:rPr>
              <a:t>accepted_values</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values: [</a:t>
            </a:r>
            <a:r>
              <a:rPr lang="en-US" sz="1500" dirty="0">
                <a:solidFill>
                  <a:srgbClr val="FF8FA3"/>
                </a:solidFill>
                <a:latin typeface="Consolas"/>
                <a:cs typeface="Consolas"/>
              </a:rPr>
              <a:t>"new", "returning"</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 … lifetime_spend, first_ordered_at, …</a:t>
            </a:r>
          </a:p>
        </p:txBody>
      </p:sp>
      <p:cxnSp>
        <p:nvCxnSpPr>
          <p:cNvPr id="110" name="Line 110"/>
          <p:cNvCxnSpPr/>
          <p:nvPr/>
        </p:nvCxnSpPr>
        <p:spPr>
          <a:xfrm>
            <a:off x="9779000" y="2946400"/>
            <a:ext cx="406400" cy="0"/>
          </a:xfrm>
          <a:prstGeom prst="line">
            <a:avLst/>
          </a:prstGeom>
          <a:ln w="25400">
            <a:solidFill>
              <a:srgbClr val="E40046"/>
            </a:solidFill>
          </a:ln>
        </p:spPr>
      </p:cxnSp>
      <p:sp>
        <p:nvSpPr>
          <p:cNvPr id="111" name="Shape 111"/>
          <p:cNvSpPr/>
          <p:nvPr/>
        </p:nvSpPr>
        <p:spPr>
          <a:xfrm>
            <a:off x="10312400" y="2641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One YAML file, many models</a:t>
            </a:r>
          </a:p>
          <a:p>
            <a:pPr>
              <a:lnSpc>
                <a:spcPct val="104000"/>
              </a:lnSpc>
              <a:spcBef>
                <a:spcPts val="300"/>
              </a:spcBef>
              <a:buNone/>
            </a:pPr>
            <a:r>
              <a:rPr lang="en-US" sz="1600" dirty="0">
                <a:solidFill>
                  <a:srgbClr val="364750"/>
                </a:solidFill>
                <a:latin typeface="Frutiger"/>
                <a:cs typeface="Frutiger"/>
              </a:rPr>
              <a:t>Filename is free (schema.yml, customers.yml…). It’s a list of models; each entry describes one .sql file by name.</a:t>
            </a:r>
          </a:p>
        </p:txBody>
      </p:sp>
      <p:cxnSp>
        <p:nvCxnSpPr>
          <p:cNvPr id="113" name="Line 113"/>
          <p:cNvCxnSpPr/>
          <p:nvPr/>
        </p:nvCxnSpPr>
        <p:spPr>
          <a:xfrm>
            <a:off x="9779000" y="4038600"/>
            <a:ext cx="406400" cy="0"/>
          </a:xfrm>
          <a:prstGeom prst="line">
            <a:avLst/>
          </a:prstGeom>
          <a:ln w="25400">
            <a:solidFill>
              <a:srgbClr val="E40046"/>
            </a:solidFill>
          </a:ln>
        </p:spPr>
      </p:cxnSp>
      <p:sp>
        <p:nvSpPr>
          <p:cNvPr id="114" name="Shape 114"/>
          <p:cNvSpPr/>
          <p:nvPr/>
        </p:nvSpPr>
        <p:spPr>
          <a:xfrm>
            <a:off x="10312400" y="373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Descriptions are documentation</a:t>
            </a:r>
          </a:p>
          <a:p>
            <a:pPr>
              <a:lnSpc>
                <a:spcPct val="104000"/>
              </a:lnSpc>
              <a:spcBef>
                <a:spcPts val="300"/>
              </a:spcBef>
              <a:buNone/>
            </a:pPr>
            <a:r>
              <a:rPr lang="en-US" sz="1600" dirty="0">
                <a:solidFill>
                  <a:srgbClr val="364750"/>
                </a:solidFill>
                <a:latin typeface="Frutiger"/>
                <a:cs typeface="Frutiger"/>
              </a:rPr>
              <a:t>Written once here, they appear in dbt docs, in the lineage graph, and — with the right adapter — as column comments on the warehouse table.</a:t>
            </a:r>
          </a:p>
        </p:txBody>
      </p:sp>
      <p:cxnSp>
        <p:nvCxnSpPr>
          <p:cNvPr id="116" name="Line 116"/>
          <p:cNvCxnSpPr/>
          <p:nvPr/>
        </p:nvCxnSpPr>
        <p:spPr>
          <a:xfrm>
            <a:off x="9779000" y="5308600"/>
            <a:ext cx="406400" cy="0"/>
          </a:xfrm>
          <a:prstGeom prst="line">
            <a:avLst/>
          </a:prstGeom>
          <a:ln w="25400">
            <a:solidFill>
              <a:srgbClr val="E40046"/>
            </a:solidFill>
          </a:ln>
        </p:spPr>
      </p:cxnSp>
      <p:sp>
        <p:nvSpPr>
          <p:cNvPr id="117" name="Shape 117"/>
          <p:cNvSpPr/>
          <p:nvPr/>
        </p:nvSpPr>
        <p:spPr>
          <a:xfrm>
            <a:off x="10312400" y="500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are assertions in YAML</a:t>
            </a:r>
          </a:p>
          <a:p>
            <a:pPr>
              <a:lnSpc>
                <a:spcPct val="104000"/>
              </a:lnSpc>
              <a:spcBef>
                <a:spcPts val="300"/>
              </a:spcBef>
              <a:buNone/>
            </a:pPr>
            <a:r>
              <a:rPr lang="en-US" sz="1600" dirty="0">
                <a:solidFill>
                  <a:srgbClr val="364750"/>
                </a:solidFill>
                <a:latin typeface="Frutiger"/>
                <a:cs typeface="Frutiger"/>
              </a:rPr>
              <a:t>Each entry becomes a SQL query at run time. dbt build runs them right after the model builds; a failure stops downstream models.</a:t>
            </a:r>
          </a:p>
        </p:txBody>
      </p:sp>
      <p:cxnSp>
        <p:nvCxnSpPr>
          <p:cNvPr id="119" name="Line 119"/>
          <p:cNvCxnSpPr/>
          <p:nvPr/>
        </p:nvCxnSpPr>
        <p:spPr>
          <a:xfrm>
            <a:off x="9779000" y="6654800"/>
            <a:ext cx="406400" cy="0"/>
          </a:xfrm>
          <a:prstGeom prst="line">
            <a:avLst/>
          </a:prstGeom>
          <a:ln w="25400">
            <a:solidFill>
              <a:srgbClr val="E40046"/>
            </a:solidFill>
          </a:ln>
        </p:spPr>
      </p:cxnSp>
      <p:sp>
        <p:nvSpPr>
          <p:cNvPr id="120" name="Shape 120"/>
          <p:cNvSpPr/>
          <p:nvPr/>
        </p:nvSpPr>
        <p:spPr>
          <a:xfrm>
            <a:off x="10312400" y="63500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Packages add more tests</a:t>
            </a:r>
          </a:p>
          <a:p>
            <a:pPr>
              <a:lnSpc>
                <a:spcPct val="104000"/>
              </a:lnSpc>
              <a:spcBef>
                <a:spcPts val="300"/>
              </a:spcBef>
              <a:buNone/>
            </a:pPr>
            <a:r>
              <a:rPr lang="en-US" sz="1600" dirty="0">
                <a:solidFill>
                  <a:srgbClr val="364750"/>
                </a:solidFill>
                <a:latin typeface="Frutiger"/>
                <a:cs typeface="Frutiger"/>
              </a:rPr>
              <a:t>dbt_utils.expression_is_true, dbt_expectations… installed via packages.yml. Same YAML shape, someone else wrote the SQL.</a:t>
            </a:r>
          </a:p>
        </p:txBody>
      </p:sp>
      <p:cxnSp>
        <p:nvCxnSpPr>
          <p:cNvPr id="122" name="Line 122"/>
          <p:cNvCxnSpPr/>
          <p:nvPr/>
        </p:nvCxnSpPr>
        <p:spPr>
          <a:xfrm>
            <a:off x="9779000" y="7899400"/>
            <a:ext cx="406400" cy="0"/>
          </a:xfrm>
          <a:prstGeom prst="line">
            <a:avLst/>
          </a:prstGeom>
          <a:ln w="25400">
            <a:solidFill>
              <a:srgbClr val="E40046"/>
            </a:solidFill>
          </a:ln>
        </p:spPr>
      </p:cxnSp>
      <p:sp>
        <p:nvSpPr>
          <p:cNvPr id="123" name="Shape 123"/>
          <p:cNvSpPr/>
          <p:nvPr/>
        </p:nvSpPr>
        <p:spPr>
          <a:xfrm>
            <a:off x="10312400" y="7594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and docs are versioned with the code</a:t>
            </a:r>
          </a:p>
          <a:p>
            <a:pPr>
              <a:lnSpc>
                <a:spcPct val="104000"/>
              </a:lnSpc>
              <a:spcBef>
                <a:spcPts val="300"/>
              </a:spcBef>
              <a:buNone/>
            </a:pPr>
            <a:r>
              <a:rPr lang="en-US" sz="1600" dirty="0">
                <a:solidFill>
                  <a:srgbClr val="364750"/>
                </a:solidFill>
                <a:latin typeface="Frutiger"/>
                <a:cs typeface="Frutiger"/>
              </a:rPr>
              <a:t>A pull request that changes the SELECT also shows the changed expectation. Review both together.</a:t>
            </a:r>
          </a:p>
        </p:txBody>
      </p:sp>
    </p:spTree>
    <p:extLst>
      <p:ext uri="{BB962C8B-B14F-4D97-AF65-F5344CB8AC3E}">
        <p14:creationId xmlns:p14="http://schemas.microsoft.com/office/powerpoint/2010/main" val="19149509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01</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1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Build a useful mart</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Six staging views and six marts become tested tables — 61,948 orders, 935 customers.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inputs  </a:t>
            </a:r>
            <a:r>
              <a:rPr lang="en-US" sz="1900" dirty="0">
                <a:solidFill>
                  <a:srgbClr val="364750"/>
                </a:solidFill>
                <a:latin typeface="Frutiger"/>
                <a:cs typeface="Frutiger"/>
              </a:rPr>
              <a:t>__sources.yml declares the six raw tables; stg_orders.sql and customers.sql. Grain first, then code.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Consolas"/>
                <a:cs typeface="Consolas"/>
              </a:rPr>
              <a:t>dbt build  </a:t>
            </a:r>
            <a:r>
              <a:rPr lang="en-US" sz="1900" dirty="0">
                <a:solidFill>
                  <a:srgbClr val="364750"/>
                </a:solidFill>
                <a:latin typeface="Frutiger"/>
                <a:cs typeface="Frutiger"/>
              </a:rPr>
              <a:t>12 models, 33 data tests and 3 unit tests run in dependency order — one command.</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Inspect the compiled SQL  </a:t>
            </a:r>
            <a:r>
              <a:rPr lang="en-US" sz="1900" dirty="0">
                <a:solidFill>
                  <a:srgbClr val="364750"/>
                </a:solidFill>
                <a:latin typeface="Frutiger"/>
                <a:cs typeface="Frutiger"/>
              </a:rPr>
              <a:t>target/compiled: source('ecom', 'raw_orders') and ref('orders') became real Warehouse names.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result  </a:t>
            </a:r>
            <a:r>
              <a:rPr lang="en-US" sz="1900" dirty="0">
                <a:solidFill>
                  <a:srgbClr val="364750"/>
                </a:solidFill>
                <a:latin typeface="Frutiger"/>
                <a:cs typeface="Frutiger"/>
              </a:rPr>
              <a:t>How many customers are still “new” after a year of trading — and what does the description say that means?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customers · by customer_type</a:t>
            </a:r>
          </a:p>
        </p:txBody>
      </p:sp>
      <p:graphicFrame>
        <p:nvGraphicFramePr>
          <p:cNvPr id="121" name="Table 121"/>
          <p:cNvGraphicFramePr>
            <a:graphicFrameLocks noGrp="1"/>
          </p:cNvGraphicFramePr>
          <p:nvPr/>
        </p:nvGraphicFramePr>
        <p:xfrm>
          <a:off x="9906000" y="1066800"/>
          <a:ext cx="5969000" cy="2540000"/>
        </p:xfrm>
        <a:graphic>
          <a:graphicData uri="http://schemas.openxmlformats.org/drawingml/2006/table">
            <a:tbl>
              <a:tblPr/>
              <a:tblGrid>
                <a:gridCol w="2413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08000">
                <a:tc>
                  <a:txBody>
                    <a:bodyPr/>
                    <a:lstStyle/>
                    <a:p>
                      <a:pPr algn="l">
                        <a:buNone/>
                      </a:pPr>
                      <a:r>
                        <a:rPr lang="en-US" sz="1800" b="1" dirty="0">
                          <a:solidFill>
                            <a:srgbClr val="FFFFFF"/>
                          </a:solidFill>
                          <a:latin typeface="Frutiger"/>
                          <a:cs typeface="Frutiger"/>
                        </a:rPr>
                        <a:t>customer_type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customers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lifetime_spend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508000">
                <a:tc>
                  <a:txBody>
                    <a:bodyPr/>
                    <a:lstStyle/>
                    <a:p>
                      <a:pPr algn="l">
                        <a:buNone/>
                      </a:pPr>
                      <a:r>
                        <a:rPr lang="en-US" sz="1800" dirty="0">
                          <a:solidFill>
                            <a:srgbClr val="364750"/>
                          </a:solidFill>
                          <a:latin typeface="Frutiger"/>
                          <a:cs typeface="Frutiger"/>
                        </a:rPr>
                        <a:t>new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113.48</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508000">
                <a:tc>
                  <a:txBody>
                    <a:bodyPr/>
                    <a:lstStyle/>
                    <a:p>
                      <a:pPr algn="l">
                        <a:buNone/>
                      </a:pPr>
                      <a:r>
                        <a:rPr lang="en-US" sz="1800" dirty="0">
                          <a:solidFill>
                            <a:srgbClr val="364750"/>
                          </a:solidFill>
                          <a:latin typeface="Frutiger"/>
                          <a:cs typeface="Frutiger"/>
                        </a:rPr>
                        <a:t>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929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671,311.89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508000">
                <a:tc>
                  <a:txBody>
                    <a:bodyPr/>
                    <a:lstStyle/>
                    <a:p>
                      <a:pPr algn="l">
                        <a:buNone/>
                      </a:pPr>
                      <a:r>
                        <a:rPr lang="en-US" sz="1800" dirty="0">
                          <a:solidFill>
                            <a:srgbClr val="364750"/>
                          </a:solidFill>
                          <a:latin typeface="Frutiger"/>
                          <a:cs typeface="Frutiger"/>
                        </a:rPr>
                        <a:t>total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935</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671,425.37</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57108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02</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2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Break it on purpose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What happens when tax_paid is left in cents — and how the build tells you.</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Predict  </a:t>
            </a:r>
            <a:r>
              <a:rPr lang="en-US" sz="1900" dirty="0">
                <a:solidFill>
                  <a:srgbClr val="364750"/>
                </a:solidFill>
                <a:latin typeface="Frutiger"/>
                <a:cs typeface="Frutiger"/>
              </a:rPr>
              <a:t>One line in stg_orders.sql stops converting tax_paid from cents. What happens to lifetime_spend without a test?</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Break it  </a:t>
            </a:r>
            <a:r>
              <a:rPr lang="en-US" sz="1900" dirty="0">
                <a:solidFill>
                  <a:srgbClr val="364750"/>
                </a:solidFill>
                <a:latin typeface="Frutiger"/>
                <a:cs typeface="Frutiger"/>
              </a:rPr>
              <a:t>tools\scenario.ps1 break, then dbt build --select stg_orders+ — only the order branch and its descendants.</a:t>
            </a:r>
          </a:p>
        </p:txBody>
      </p:sp>
      <p:sp>
        <p:nvSpPr>
          <p:cNvPr id="114" name="Shape 114"/>
          <p:cNvSpPr/>
          <p:nvPr/>
        </p:nvSpPr>
        <p:spPr>
          <a:xfrm>
            <a:off x="838200" y="2667000"/>
            <a:ext cx="457200" cy="457200"/>
          </a:xfrm>
          <a:prstGeom prst="ellipse">
            <a:avLst/>
          </a:prstGeom>
          <a:solidFill>
            <a:srgbClr val="E40046"/>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failure  </a:t>
            </a:r>
            <a:r>
              <a:rPr lang="en-US" sz="1900" dirty="0">
                <a:solidFill>
                  <a:srgbClr val="364750"/>
                </a:solidFill>
                <a:latin typeface="Frutiger"/>
                <a:cs typeface="Frutiger"/>
              </a:rPr>
              <a:t>expression_is_true fails on stg_orders for 61,465 of 61,948 rows (the rest carry no tax); order_items, orders and customers are SKIPPED. The old tables are still there — no rollback.</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Repair  </a:t>
            </a:r>
            <a:r>
              <a:rPr lang="en-US" sz="1900" dirty="0">
                <a:solidFill>
                  <a:srgbClr val="364750"/>
                </a:solidFill>
                <a:latin typeface="Frutiger"/>
                <a:cs typeface="Frutiger"/>
              </a:rPr>
              <a:t>tools\scenario.ps1 reset (a git checkout), rebuild. Green again: 671,425.37. Then ask what the green run actually proves.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CONSOLE</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9DC5"/>
                </a:solidFill>
                <a:latin typeface="Consolas"/>
                <a:cs typeface="Consolas"/>
              </a:rPr>
              <a:t>$ dbt build --select stg_orders+</a:t>
            </a:r>
          </a:p>
          <a:p>
            <a:pPr>
              <a:lnSpc>
                <a:spcPct val="118000"/>
              </a:lnSpc>
              <a:buNone/>
            </a:pPr>
            <a:r>
              <a:rPr lang="en-US" sz="1500" dirty="0">
                <a:solidFill>
                  <a:srgbClr val="7EE0A3"/>
                </a:solidFill>
                <a:latin typeface="Consolas"/>
                <a:cs typeface="Consolas"/>
              </a:rPr>
              <a:t>PASS </a:t>
            </a:r>
            <a:r>
              <a:rPr lang="en-US" sz="1500" dirty="0">
                <a:solidFill>
                  <a:srgbClr val="E8ECF5"/>
                </a:solidFill>
                <a:latin typeface="Consolas"/>
                <a:cs typeface="Consolas"/>
              </a:rPr>
              <a:t>view stg_orders</a:t>
            </a:r>
          </a:p>
          <a:p>
            <a:pPr>
              <a:lnSpc>
                <a:spcPct val="118000"/>
              </a:lnSpc>
              <a:buNone/>
            </a:pPr>
            <a:r>
              <a:rPr lang="en-US" sz="1500" dirty="0">
                <a:solidFill>
                  <a:srgbClr val="7EE0A3"/>
                </a:solidFill>
                <a:latin typeface="Consolas"/>
                <a:cs typeface="Consolas"/>
              </a:rPr>
              <a:t>FAIL 61465 </a:t>
            </a:r>
            <a:r>
              <a:rPr lang="en-US" sz="1500" dirty="0">
                <a:solidFill>
                  <a:srgbClr val="E8ECF5"/>
                </a:solidFill>
                <a:latin typeface="Consolas"/>
                <a:cs typeface="Consolas"/>
              </a:rPr>
              <a:t>dbt_utils_expression_is_true_stg_orders_…</a:t>
            </a:r>
          </a:p>
          <a:p>
            <a:pPr>
              <a:lnSpc>
                <a:spcPct val="118000"/>
              </a:lnSpc>
              <a:buNone/>
            </a:pPr>
            <a:r>
              <a:rPr lang="en-US" sz="1500" dirty="0">
                <a:solidFill>
                  <a:srgbClr val="FF6B8A"/>
                </a:solidFill>
                <a:latin typeface="Consolas"/>
                <a:cs typeface="Consolas"/>
              </a:rPr>
              <a:t>SKIP </a:t>
            </a:r>
            <a:r>
              <a:rPr lang="en-US" sz="1500" dirty="0">
                <a:solidFill>
                  <a:srgbClr val="E8ECF5"/>
                </a:solidFill>
                <a:latin typeface="Consolas"/>
                <a:cs typeface="Consolas"/>
              </a:rPr>
              <a:t>table order_items · orders · customers</a:t>
            </a:r>
          </a:p>
          <a:p>
            <a:pPr>
              <a:lnSpc>
                <a:spcPct val="118000"/>
              </a:lnSpc>
              <a:buNone/>
            </a:pPr>
            <a:r>
              <a:rPr lang="en-US" sz="1500" dirty="0">
                <a:solidFill>
                  <a:srgbClr val="FFD27F"/>
                </a:solidFill>
                <a:latin typeface="Consolas"/>
                <a:cs typeface="Consolas"/>
              </a:rPr>
              <a:t>SKIP </a:t>
            </a:r>
            <a:r>
              <a:rPr lang="en-US" sz="1500" dirty="0">
                <a:solidFill>
                  <a:srgbClr val="E8ECF5"/>
                </a:solidFill>
                <a:latin typeface="Consolas"/>
                <a:cs typeface="Consolas"/>
              </a:rPr>
              <a:t>… their tests and unit tests</a:t>
            </a:r>
          </a:p>
          <a:p>
            <a:pPr>
              <a:lnSpc>
                <a:spcPct val="118000"/>
              </a:lnSpc>
              <a:buNone/>
            </a:pPr>
            <a:r>
              <a:rPr lang="en-US" sz="1500" dirty="0">
                <a:solidFill>
                  <a:srgbClr val="E8ECF5"/>
                </a:solidFill>
                <a:latin typeface="Consolas"/>
                <a:cs typeface="Consolas"/>
              </a:rPr>
              <a:t>Done. PASS=4 WARN=0 ERROR=1 SKIP=17 TOTAL=22</a:t>
            </a:r>
          </a:p>
          <a:p>
            <a:pPr>
              <a:lnSpc>
                <a:spcPct val="118000"/>
              </a:lnSpc>
              <a:buNone/>
            </a:pPr>
            <a:r>
              <a:rPr lang="en-US" sz="1500" dirty="0">
                <a:solidFill>
                  <a:srgbClr val="8E9DC5"/>
                </a:solidFill>
                <a:latin typeface="Consolas"/>
                <a:cs typeface="Consolas"/>
              </a:rPr>
              <a:t>$ echo $LASTEXITCODE  →  1</a:t>
            </a:r>
          </a:p>
        </p:txBody>
      </p:sp>
    </p:spTree>
    <p:extLst>
      <p:ext uri="{BB962C8B-B14F-4D97-AF65-F5344CB8AC3E}">
        <p14:creationId xmlns:p14="http://schemas.microsoft.com/office/powerpoint/2010/main" val="4237632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READ THE RESULT CAREFULLY</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What a green run does — and doesn’t — prove</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16</a:t>
            </a:r>
            <a:endParaRPr sz="1801"/>
          </a:p>
        </p:txBody>
      </p:sp>
      <p:sp>
        <p:nvSpPr>
          <p:cNvPr id="100" name="Shape 100"/>
          <p:cNvSpPr/>
          <p:nvPr/>
        </p:nvSpPr>
        <p:spPr>
          <a:xfrm>
            <a:off x="8382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A green build proves</a:t>
            </a:r>
          </a:p>
        </p:txBody>
      </p:sp>
      <p:sp>
        <p:nvSpPr>
          <p:cNvPr id="102" name="Shape 102"/>
          <p:cNvSpPr/>
          <p:nvPr/>
        </p:nvSpPr>
        <p:spPr>
          <a:xfrm>
            <a:off x="10414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model built without error</a:t>
            </a:r>
          </a:p>
        </p:txBody>
      </p:sp>
      <p:sp>
        <p:nvSpPr>
          <p:cNvPr id="104" name="Shape 104"/>
          <p:cNvSpPr/>
          <p:nvPr/>
        </p:nvSpPr>
        <p:spPr>
          <a:xfrm>
            <a:off x="10414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test returned zero failing rows — on this run, against this data</a:t>
            </a:r>
          </a:p>
        </p:txBody>
      </p:sp>
      <p:sp>
        <p:nvSpPr>
          <p:cNvPr id="106" name="Shape 106"/>
          <p:cNvSpPr/>
          <p:nvPr/>
        </p:nvSpPr>
        <p:spPr>
          <a:xfrm>
            <a:off x="10414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Downstream models only ran when their upstream tests passed</a:t>
            </a:r>
          </a:p>
        </p:txBody>
      </p:sp>
      <p:sp>
        <p:nvSpPr>
          <p:cNvPr id="108" name="Shape 108"/>
          <p:cNvSpPr/>
          <p:nvPr/>
        </p:nvSpPr>
        <p:spPr>
          <a:xfrm>
            <a:off x="10414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You have artifacts (run_results.json, manifest.json) that say exactly what ran</a:t>
            </a:r>
          </a:p>
        </p:txBody>
      </p:sp>
      <p:sp>
        <p:nvSpPr>
          <p:cNvPr id="120" name="Shape 120"/>
          <p:cNvSpPr/>
          <p:nvPr/>
        </p:nvSpPr>
        <p:spPr>
          <a:xfrm>
            <a:off x="91948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It does not prove</a:t>
            </a:r>
          </a:p>
        </p:txBody>
      </p:sp>
      <p:sp>
        <p:nvSpPr>
          <p:cNvPr id="122" name="Shape 122"/>
          <p:cNvSpPr/>
          <p:nvPr/>
        </p:nvSpPr>
        <p:spPr>
          <a:xfrm>
            <a:off x="93980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3" name="Shape 123"/>
          <p:cNvSpPr/>
          <p:nvPr/>
        </p:nvSpPr>
        <p:spPr>
          <a:xfrm>
            <a:off x="98044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“two or more orders” is the right business definition of a returning customer</a:t>
            </a:r>
          </a:p>
        </p:txBody>
      </p:sp>
      <p:sp>
        <p:nvSpPr>
          <p:cNvPr id="124" name="Shape 124"/>
          <p:cNvSpPr/>
          <p:nvPr/>
        </p:nvSpPr>
        <p:spPr>
          <a:xfrm>
            <a:off x="93980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5" name="Shape 125"/>
          <p:cNvSpPr/>
          <p:nvPr/>
        </p:nvSpPr>
        <p:spPr>
          <a:xfrm>
            <a:off x="98044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every row is correct — aggregates can match while details are wrong</a:t>
            </a:r>
          </a:p>
        </p:txBody>
      </p:sp>
      <p:sp>
        <p:nvSpPr>
          <p:cNvPr id="126" name="Shape 126"/>
          <p:cNvSpPr/>
          <p:nvPr/>
        </p:nvSpPr>
        <p:spPr>
          <a:xfrm>
            <a:off x="93980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7" name="Shape 127"/>
          <p:cNvSpPr/>
          <p:nvPr/>
        </p:nvSpPr>
        <p:spPr>
          <a:xfrm>
            <a:off x="98044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the database is protected: tests are not constraints; tomorrow’s bad insert still lands</a:t>
            </a:r>
          </a:p>
        </p:txBody>
      </p:sp>
      <p:sp>
        <p:nvSpPr>
          <p:cNvPr id="128" name="Shape 128"/>
          <p:cNvSpPr/>
          <p:nvPr/>
        </p:nvSpPr>
        <p:spPr>
          <a:xfrm>
            <a:off x="93980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9" name="Shape 129"/>
          <p:cNvSpPr/>
          <p:nvPr/>
        </p:nvSpPr>
        <p:spPr>
          <a:xfrm>
            <a:off x="98044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a failure rolled anything back — the previously built table remains queryable</a:t>
            </a:r>
          </a:p>
        </p:txBody>
      </p:sp>
      <p:sp>
        <p:nvSpPr>
          <p:cNvPr id="140" name="Shape 140"/>
          <p:cNvSpPr/>
          <p:nvPr/>
        </p:nvSpPr>
        <p:spPr>
          <a:xfrm>
            <a:off x="838200" y="6451600"/>
            <a:ext cx="166116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 how do you keep readers away from invalid data?  Build in isolation, then promote on purpose.</a:t>
            </a:r>
          </a:p>
        </p:txBody>
      </p:sp>
      <p:sp>
        <p:nvSpPr>
          <p:cNvPr id="150" name="Shape 150"/>
          <p:cNvSpPr/>
          <p:nvPr/>
        </p:nvSpPr>
        <p:spPr>
          <a:xfrm>
            <a:off x="838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066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1 · Build in an isolated target</a:t>
            </a:r>
          </a:p>
          <a:p>
            <a:pPr>
              <a:lnSpc>
                <a:spcPct val="106000"/>
              </a:lnSpc>
              <a:spcBef>
                <a:spcPts val="600"/>
              </a:spcBef>
              <a:buNone/>
            </a:pPr>
            <a:r>
              <a:rPr lang="en-US" sz="1900" dirty="0">
                <a:solidFill>
                  <a:srgbClr val="364750"/>
                </a:solidFill>
                <a:latin typeface="Frutiger"/>
                <a:cs typeface="Frutiger"/>
              </a:rPr>
              <a:t>A dev or CI schema nobody reports from. Fail here, fix here.</a:t>
            </a:r>
          </a:p>
        </p:txBody>
      </p:sp>
      <p:cxnSp>
        <p:nvCxnSpPr>
          <p:cNvPr id="160" name="Line 160"/>
          <p:cNvCxnSpPr/>
          <p:nvPr/>
        </p:nvCxnSpPr>
        <p:spPr>
          <a:xfrm>
            <a:off x="6096000" y="8039100"/>
            <a:ext cx="381000" cy="0"/>
          </a:xfrm>
          <a:prstGeom prst="line">
            <a:avLst/>
          </a:prstGeom>
          <a:ln w="31750">
            <a:solidFill>
              <a:srgbClr val="667780"/>
            </a:solidFill>
            <a:tailEnd type="triangle" w="med" len="med"/>
          </a:ln>
        </p:spPr>
      </p:cxnSp>
      <p:sp>
        <p:nvSpPr>
          <p:cNvPr id="152" name="Shape 152"/>
          <p:cNvSpPr/>
          <p:nvPr/>
        </p:nvSpPr>
        <p:spPr>
          <a:xfrm>
            <a:off x="6553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3" name="Shape 153"/>
          <p:cNvSpPr/>
          <p:nvPr/>
        </p:nvSpPr>
        <p:spPr>
          <a:xfrm>
            <a:off x="6781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2 · Let the tests gate</a:t>
            </a:r>
          </a:p>
          <a:p>
            <a:pPr>
              <a:lnSpc>
                <a:spcPct val="106000"/>
              </a:lnSpc>
              <a:spcBef>
                <a:spcPts val="600"/>
              </a:spcBef>
              <a:buNone/>
            </a:pPr>
            <a:r>
              <a:rPr lang="en-US" sz="1900" dirty="0">
                <a:solidFill>
                  <a:srgbClr val="364750"/>
                </a:solidFill>
                <a:latin typeface="Frutiger"/>
                <a:cs typeface="Frutiger"/>
              </a:rPr>
              <a:t>dbt build stops downstream models when an upstream test fails — exit code ≠ 0.</a:t>
            </a:r>
          </a:p>
        </p:txBody>
      </p:sp>
      <p:cxnSp>
        <p:nvCxnSpPr>
          <p:cNvPr id="161" name="Line 161"/>
          <p:cNvCxnSpPr/>
          <p:nvPr/>
        </p:nvCxnSpPr>
        <p:spPr>
          <a:xfrm>
            <a:off x="11811000" y="8039100"/>
            <a:ext cx="381000" cy="0"/>
          </a:xfrm>
          <a:prstGeom prst="line">
            <a:avLst/>
          </a:prstGeom>
          <a:ln w="31750">
            <a:solidFill>
              <a:srgbClr val="667780"/>
            </a:solidFill>
            <a:tailEnd type="triangle" w="med" len="med"/>
          </a:ln>
        </p:spPr>
      </p:cxnSp>
      <p:sp>
        <p:nvSpPr>
          <p:cNvPr id="154" name="Shape 154"/>
          <p:cNvSpPr/>
          <p:nvPr/>
        </p:nvSpPr>
        <p:spPr>
          <a:xfrm>
            <a:off x="12268200" y="6985000"/>
            <a:ext cx="5181600" cy="2108200"/>
          </a:xfrm>
          <a:prstGeom prst="rect">
            <a:avLst/>
          </a:prstGeom>
          <a:solidFill>
            <a:srgbClr val="001F6B"/>
          </a:solidFill>
          <a:ln>
            <a:noFill/>
          </a:ln>
        </p:spPr>
        <p:txBody>
          <a:bodyPr wrap="square" lIns="101600" tIns="101600" rIns="101600" bIns="101600" anchor="t">
            <a:normAutofit/>
          </a:bodyPr>
          <a:lstStyle/>
          <a:p>
            <a:endParaRPr lang="en-US"/>
          </a:p>
        </p:txBody>
      </p:sp>
      <p:sp>
        <p:nvSpPr>
          <p:cNvPr id="155" name="Shape 155"/>
          <p:cNvSpPr/>
          <p:nvPr/>
        </p:nvSpPr>
        <p:spPr>
          <a:xfrm>
            <a:off x="12496800" y="7162800"/>
            <a:ext cx="4724400" cy="1778000"/>
          </a:xfrm>
          <a:prstGeom prst="rect">
            <a:avLst/>
          </a:prstGeom>
          <a:noFill/>
          <a:ln>
            <a:noFill/>
          </a:ln>
        </p:spPr>
        <p:txBody>
          <a:bodyPr wrap="square" lIns="0" tIns="0" rIns="0" bIns="0" anchor="t">
            <a:normAutofit/>
          </a:bodyPr>
          <a:lstStyle/>
          <a:p>
            <a:pPr>
              <a:buNone/>
            </a:pPr>
            <a:r>
              <a:rPr lang="en-US" sz="2000" b="1" dirty="0">
                <a:solidFill>
                  <a:srgbClr val="FFFFFF"/>
                </a:solidFill>
                <a:latin typeface="Frutiger"/>
                <a:cs typeface="Frutiger"/>
              </a:rPr>
              <a:t>3 · Promote deliberately</a:t>
            </a:r>
          </a:p>
          <a:p>
            <a:pPr>
              <a:lnSpc>
                <a:spcPct val="106000"/>
              </a:lnSpc>
              <a:spcBef>
                <a:spcPts val="600"/>
              </a:spcBef>
              <a:buNone/>
            </a:pPr>
            <a:r>
              <a:rPr lang="en-US" sz="1900" dirty="0">
                <a:solidFill>
                  <a:srgbClr val="FFFFFF"/>
                </a:solidFill>
                <a:latin typeface="Frutiger"/>
                <a:cs typeface="Frutiger"/>
              </a:rPr>
              <a:t>A scheduled job, a schema swap or a refresh — your explicit decision, not a side effect of a green run.</a:t>
            </a:r>
          </a:p>
        </p:txBody>
      </p:sp>
    </p:spTree>
    <p:extLst>
      <p:ext uri="{BB962C8B-B14F-4D97-AF65-F5344CB8AC3E}">
        <p14:creationId xmlns:p14="http://schemas.microsoft.com/office/powerpoint/2010/main" val="2742198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03</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3  ·  DBT DOCS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Follow the lineage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Find the model, read what it means, and see everything it depends on.</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~4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Open the docs site  </a:t>
            </a:r>
            <a:r>
              <a:rPr lang="en-US" sz="1900" dirty="0">
                <a:solidFill>
                  <a:srgbClr val="364750"/>
                </a:solidFill>
                <a:latin typeface="Frutiger"/>
                <a:cs typeface="Frutiger"/>
              </a:rPr>
              <a:t>customers: description, grain, columns — generated from the YAML you already wrote.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Answer a real question  </a:t>
            </a:r>
            <a:r>
              <a:rPr lang="en-US" sz="1900" dirty="0">
                <a:solidFill>
                  <a:srgbClr val="364750"/>
                </a:solidFill>
                <a:latin typeface="Frutiger"/>
                <a:cs typeface="Frutiger"/>
              </a:rPr>
              <a:t>“Why is this customer still ‘new’ after twelve months?” The description says one order = new; nobody reads the SQL.</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Walk the lineage  </a:t>
            </a:r>
            <a:r>
              <a:rPr lang="en-US" sz="1900" dirty="0">
                <a:solidFill>
                  <a:srgbClr val="364750"/>
                </a:solidFill>
                <a:latin typeface="Frutiger"/>
                <a:cs typeface="Frutiger"/>
              </a:rPr>
              <a:t>Expand upstream: five sources, five staging views, order_items and orders — and where the reconciliation test lives.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Select by graph  </a:t>
            </a:r>
            <a:r>
              <a:rPr lang="en-US" sz="1900" dirty="0">
                <a:solidFill>
                  <a:srgbClr val="364750"/>
                </a:solidFill>
                <a:latin typeface="Frutiger"/>
                <a:cs typeface="Frutiger"/>
              </a:rPr>
              <a:t>dbt ls --select +customers (ancestors) and stg_orders+ (descendants).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COMMANDS</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6000"/>
              </a:lnSpc>
              <a:buNone/>
            </a:pPr>
            <a:r>
              <a:rPr lang="en-US" sz="1400" dirty="0">
                <a:solidFill>
                  <a:srgbClr val="8EC5FF"/>
                </a:solidFill>
                <a:latin typeface="Consolas"/>
                <a:cs typeface="Consolas"/>
              </a:rPr>
              <a:t>$ dbt docs generate</a:t>
            </a:r>
            <a:r>
              <a:rPr lang="en-US" sz="1400" dirty="0">
                <a:solidFill>
                  <a:srgbClr val="8E9DC5"/>
                </a:solidFill>
                <a:latin typeface="Consolas"/>
                <a:cs typeface="Consolas"/>
              </a:rPr>
              <a:t>      # builds catalog + manifest</a:t>
            </a:r>
          </a:p>
          <a:p>
            <a:pPr>
              <a:lnSpc>
                <a:spcPct val="116000"/>
              </a:lnSpc>
              <a:buNone/>
            </a:pPr>
            <a:r>
              <a:rPr lang="en-US" sz="1400" dirty="0">
                <a:solidFill>
                  <a:srgbClr val="8EC5FF"/>
                </a:solidFill>
                <a:latin typeface="Consolas"/>
                <a:cs typeface="Consolas"/>
              </a:rPr>
              <a:t>$ dbt docs serve --port 8080</a:t>
            </a:r>
          </a:p>
          <a:p>
            <a:pPr>
              <a:lnSpc>
                <a:spcPct val="116000"/>
              </a:lnSpc>
              <a:buNone/>
            </a:pPr>
            <a:r>
              <a:rPr lang="en-US" sz="1400" dirty="0">
                <a:solidFill>
                  <a:srgbClr val="8EC5FF"/>
                </a:solidFill>
                <a:latin typeface="Consolas"/>
                <a:cs typeface="Consolas"/>
              </a:rPr>
              <a:t>$ dbt ls --select +customers --resource-type model source</a:t>
            </a:r>
          </a:p>
          <a:p>
            <a:pPr>
              <a:lnSpc>
                <a:spcPct val="116000"/>
              </a:lnSpc>
              <a:buNone/>
            </a:pPr>
            <a:r>
              <a:rPr lang="en-US" sz="1400" dirty="0">
                <a:solidFill>
                  <a:srgbClr val="E8ECF5"/>
                </a:solidFill>
                <a:latin typeface="Consolas"/>
                <a:cs typeface="Consolas"/>
              </a:rPr>
              <a:t>  source:jaffle_shop.ecom.raw_customers  … raw_supplies</a:t>
            </a:r>
          </a:p>
          <a:p>
            <a:pPr>
              <a:lnSpc>
                <a:spcPct val="116000"/>
              </a:lnSpc>
              <a:buNone/>
            </a:pPr>
            <a:r>
              <a:rPr lang="en-US" sz="1400" dirty="0">
                <a:solidFill>
                  <a:srgbClr val="E8ECF5"/>
                </a:solidFill>
                <a:latin typeface="Consolas"/>
                <a:cs typeface="Consolas"/>
              </a:rPr>
              <a:t>  jaffle_shop.staging.stg_customers  … stg_supplies</a:t>
            </a:r>
          </a:p>
          <a:p>
            <a:pPr>
              <a:lnSpc>
                <a:spcPct val="116000"/>
              </a:lnSpc>
              <a:buNone/>
            </a:pPr>
            <a:r>
              <a:rPr lang="en-US" sz="1400" dirty="0">
                <a:solidFill>
                  <a:srgbClr val="E8ECF5"/>
                </a:solidFill>
                <a:latin typeface="Consolas"/>
                <a:cs typeface="Consolas"/>
              </a:rPr>
              <a:t>  jaffle_shop.marts.order_items</a:t>
            </a:r>
          </a:p>
          <a:p>
            <a:pPr>
              <a:lnSpc>
                <a:spcPct val="116000"/>
              </a:lnSpc>
              <a:buNone/>
            </a:pPr>
            <a:r>
              <a:rPr lang="en-US" sz="1400" dirty="0">
                <a:solidFill>
                  <a:srgbClr val="E8ECF5"/>
                </a:solidFill>
                <a:latin typeface="Consolas"/>
                <a:cs typeface="Consolas"/>
              </a:rPr>
              <a:t>  jaffle_shop.marts.orders</a:t>
            </a:r>
          </a:p>
          <a:p>
            <a:pPr>
              <a:lnSpc>
                <a:spcPct val="116000"/>
              </a:lnSpc>
              <a:buNone/>
            </a:pPr>
            <a:r>
              <a:rPr lang="en-US" sz="1400" dirty="0">
                <a:solidFill>
                  <a:srgbClr val="E8ECF5"/>
                </a:solidFill>
                <a:latin typeface="Consolas"/>
                <a:cs typeface="Consolas"/>
              </a:rPr>
              <a:t>  jaffle_shop.marts.customers</a:t>
            </a:r>
          </a:p>
        </p:txBody>
      </p:sp>
    </p:spTree>
    <p:extLst>
      <p:ext uri="{BB962C8B-B14F-4D97-AF65-F5344CB8AC3E}">
        <p14:creationId xmlns:p14="http://schemas.microsoft.com/office/powerpoint/2010/main" val="224454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MICROSOFT DATA PLATFORMS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Pick your adapter</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18</a:t>
            </a:r>
            <a:endParaRPr sz="1801"/>
          </a:p>
        </p:txBody>
      </p:sp>
      <p:graphicFrame>
        <p:nvGraphicFramePr>
          <p:cNvPr id="100" name="Table 100"/>
          <p:cNvGraphicFramePr>
            <a:graphicFrameLocks noGrp="1"/>
          </p:cNvGraphicFramePr>
          <p:nvPr/>
        </p:nvGraphicFramePr>
        <p:xfrm>
          <a:off x="838200" y="2362200"/>
          <a:ext cx="16611600" cy="4902200"/>
        </p:xfrm>
        <a:graphic>
          <a:graphicData uri="http://schemas.openxmlformats.org/drawingml/2006/table">
            <a:tbl>
              <a:tblPr/>
              <a:tblGrid>
                <a:gridCol w="3429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6832600">
                  <a:extLst>
                    <a:ext uri="{9D8B030D-6E8A-4147-A177-3AD203B41FA5}">
                      <a16:colId xmlns:a16="http://schemas.microsoft.com/office/drawing/2014/main" val="20004"/>
                    </a:ext>
                  </a:extLst>
                </a:gridCol>
              </a:tblGrid>
              <a:tr h="558800">
                <a:tc>
                  <a:txBody>
                    <a:bodyPr/>
                    <a:lstStyle/>
                    <a:p>
                      <a:pPr algn="l">
                        <a:buNone/>
                      </a:pPr>
                      <a:r>
                        <a:rPr lang="en-US" sz="1900" b="1" dirty="0">
                          <a:solidFill>
                            <a:srgbClr val="FFFFFF"/>
                          </a:solidFill>
                          <a:latin typeface="Frutiger"/>
                          <a:cs typeface="Frutiger"/>
                        </a:rPr>
                        <a:t>Where your data lives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Dialect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Maintained by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Notes for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838200">
                <a:tc>
                  <a:txBody>
                    <a:bodyPr/>
                    <a:lstStyle/>
                    <a:p>
                      <a:pPr algn="l">
                        <a:buNone/>
                      </a:pPr>
                      <a:r>
                        <a:rPr lang="en-US" sz="1900" b="1" dirty="0">
                          <a:solidFill>
                            <a:srgbClr val="364750"/>
                          </a:solidFill>
                          <a:latin typeface="Frutiger"/>
                          <a:cs typeface="Frutiger"/>
                        </a:rPr>
                        <a:t>Fabric Warehouse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Demos 1–3. Entra auth via az login or service principal. mssql-python driver — no ODBC install.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990600">
                <a:tc>
                  <a:txBody>
                    <a:bodyPr/>
                    <a:lstStyle/>
                    <a:p>
                      <a:pPr algn="l">
                        <a:buNone/>
                      </a:pPr>
                      <a:r>
                        <a:rPr lang="en-US" sz="1900" b="1" dirty="0">
                          <a:solidFill>
                            <a:srgbClr val="364750"/>
                          </a:solidFill>
                          <a:latin typeface="Frutiger"/>
                          <a:cs typeface="Frutiger"/>
                        </a:rPr>
                        <a:t>Fabric Lakehouse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dbt-fabricspark 1.13</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Spark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4. Submits Spark via Livy — not the SQL analytics endpoint (read-only).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838200">
                <a:tc>
                  <a:txBody>
                    <a:bodyPr/>
                    <a:lstStyle/>
                    <a:p>
                      <a:pPr algn="l">
                        <a:buNone/>
                      </a:pPr>
                      <a:r>
                        <a:rPr lang="en-US" sz="1900" b="1" dirty="0">
                          <a:solidFill>
                            <a:srgbClr val="364750"/>
                          </a:solidFill>
                          <a:latin typeface="Frutiger"/>
                          <a:cs typeface="Frutiger"/>
                        </a:rPr>
                        <a:t>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5. Azure SQL adapter; builds our project, but not explicitly certified for 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838200">
                <a:tc>
                  <a:txBody>
                    <a:bodyPr/>
                    <a:lstStyle/>
                    <a:p>
                      <a:pPr algn="l">
                        <a:buNone/>
                      </a:pPr>
                      <a:r>
                        <a:rPr lang="en-US" sz="1900" b="1" dirty="0">
                          <a:solidFill>
                            <a:srgbClr val="364750"/>
                          </a:solidFill>
                          <a:latin typeface="Frutiger"/>
                          <a:cs typeface="Frutiger"/>
                        </a:rPr>
                        <a:t>SQL Server 2017+ / Azure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B7791F"/>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Same adapter, not demoed today. ODBC Driver 18; Windows, SQL or Entra auth.</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838200">
                <a:tc>
                  <a:txBody>
                    <a:bodyPr/>
                    <a:lstStyle/>
                    <a:p>
                      <a:pPr algn="l">
                        <a:buNone/>
                      </a:pPr>
                      <a:r>
                        <a:rPr lang="en-US" sz="1900" b="1" dirty="0">
                          <a:solidFill>
                            <a:srgbClr val="364750"/>
                          </a:solidFill>
                          <a:latin typeface="Frutiger"/>
                          <a:cs typeface="Frutiger"/>
                        </a:rPr>
                        <a:t>Eventhouse / KQL, Power BI</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667780"/>
                          </a:solidFill>
                          <a:latin typeface="Consolas"/>
                          <a:cs typeface="Consolas"/>
                        </a:rPr>
                        <a:t>no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dbt marts feed the semantic model; they don’t replace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10" name="Shape 110"/>
          <p:cNvSpPr/>
          <p:nvPr/>
        </p:nvSpPr>
        <p:spPr>
          <a:xfrm>
            <a:off x="838200" y="7620000"/>
            <a:ext cx="7620000" cy="3302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ONE PYTHON ENVIRONMENT PER ADAPTER</a:t>
            </a:r>
          </a:p>
        </p:txBody>
      </p:sp>
      <p:sp>
        <p:nvSpPr>
          <p:cNvPr id="111" name="Code 111"/>
          <p:cNvSpPr/>
          <p:nvPr/>
        </p:nvSpPr>
        <p:spPr>
          <a:xfrm>
            <a:off x="838200" y="7950200"/>
            <a:ext cx="9652000" cy="1168400"/>
          </a:xfrm>
          <a:prstGeom prst="roundRect">
            <a:avLst>
              <a:gd name="adj" fmla="val 4000"/>
            </a:avLst>
          </a:prstGeom>
          <a:solidFill>
            <a:srgbClr val="0E1E4A"/>
          </a:solidFill>
          <a:ln>
            <a:noFill/>
          </a:ln>
        </p:spPr>
        <p:txBody>
          <a:bodyPr wrap="square" lIns="228600" tIns="152400" rIns="228600" bIns="228600" anchor="t">
            <a:normAutofit lnSpcReduction="10000"/>
          </a:bodyPr>
          <a:lstStyle/>
          <a:p>
            <a:pPr>
              <a:lnSpc>
                <a:spcPct val="120000"/>
              </a:lnSpc>
              <a:buNone/>
            </a:pPr>
            <a:r>
              <a:rPr lang="en-US" sz="1500" dirty="0">
                <a:solidFill>
                  <a:srgbClr val="E8ECF5"/>
                </a:solidFill>
                <a:latin typeface="Consolas"/>
                <a:cs typeface="Consolas"/>
              </a:rPr>
              <a:t>uv venv .venv-warehouse --python 3.11</a:t>
            </a:r>
            <a:r>
              <a:rPr lang="en-US" sz="1500" dirty="0">
                <a:solidFill>
                  <a:srgbClr val="8E9DC5"/>
                </a:solidFill>
                <a:latin typeface="Consolas"/>
                <a:cs typeface="Consolas"/>
              </a:rPr>
              <a:t>  &amp;&amp;  </a:t>
            </a:r>
            <a:r>
              <a:rPr lang="en-US" sz="1500" dirty="0">
                <a:solidFill>
                  <a:srgbClr val="E8ECF5"/>
                </a:solidFill>
                <a:latin typeface="Consolas"/>
                <a:cs typeface="Consolas"/>
              </a:rPr>
              <a:t>.\.venv-warehouse\Scripts\Activate.ps1</a:t>
            </a:r>
          </a:p>
          <a:p>
            <a:pPr>
              <a:lnSpc>
                <a:spcPct val="120000"/>
              </a:lnSpc>
              <a:buNone/>
            </a:pPr>
            <a:r>
              <a:rPr lang="en-US" sz="1500" dirty="0">
                <a:solidFill>
                  <a:srgbClr val="8EC5FF"/>
                </a:solidFill>
                <a:latin typeface="Consolas"/>
                <a:cs typeface="Consolas"/>
              </a:rPr>
              <a:t>uv pip sync requirements/warehouse.txt</a:t>
            </a:r>
            <a:r>
              <a:rPr lang="en-US" sz="1500" dirty="0">
                <a:solidFill>
                  <a:srgbClr val="8E9DC5"/>
                </a:solidFill>
                <a:latin typeface="Consolas"/>
                <a:cs typeface="Consolas"/>
              </a:rPr>
              <a:t>   # pinned: dbt-core 1.11 + dbt-fabric 1.11.1</a:t>
            </a:r>
          </a:p>
          <a:p>
            <a:pPr>
              <a:lnSpc>
                <a:spcPct val="120000"/>
              </a:lnSpc>
              <a:buNone/>
            </a:pPr>
            <a:r>
              <a:rPr lang="en-US" sz="1500" dirty="0">
                <a:solidFill>
                  <a:srgbClr val="8EC5FF"/>
                </a:solidFill>
                <a:latin typeface="Consolas"/>
                <a:cs typeface="Consolas"/>
              </a:rPr>
              <a:t>dbt --version</a:t>
            </a:r>
            <a:r>
              <a:rPr lang="en-US" sz="1500" dirty="0">
                <a:solidFill>
                  <a:srgbClr val="8E9DC5"/>
                </a:solidFill>
                <a:latin typeface="Consolas"/>
                <a:cs typeface="Consolas"/>
              </a:rPr>
              <a:t>   # rehearse with the lock file, then stop upgrading</a:t>
            </a:r>
          </a:p>
        </p:txBody>
      </p:sp>
      <p:sp>
        <p:nvSpPr>
          <p:cNvPr id="112" name="Shape 112"/>
          <p:cNvSpPr/>
          <p:nvPr/>
        </p:nvSpPr>
        <p:spPr>
          <a:xfrm>
            <a:off x="10795000" y="7620000"/>
            <a:ext cx="6654800" cy="14986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0998200" y="7721600"/>
            <a:ext cx="6273800" cy="1320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Same project, one profiles.yml, three targets</a:t>
            </a:r>
          </a:p>
          <a:p>
            <a:pPr>
              <a:lnSpc>
                <a:spcPct val="105000"/>
              </a:lnSpc>
              <a:spcBef>
                <a:spcPts val="500"/>
              </a:spcBef>
              <a:buNone/>
            </a:pPr>
            <a:r>
              <a:rPr lang="en-US" sz="1800" dirty="0">
                <a:solidFill>
                  <a:srgbClr val="364750"/>
                </a:solidFill>
                <a:latin typeface="Frutiger"/>
                <a:cs typeface="Frutiger"/>
              </a:rPr>
              <a:t>The target in profiles.yml chooses the adapter, not the models. Keep adapters in separate environments so their dependencies never collide, and pin the versions you rehearsed with.</a:t>
            </a:r>
          </a:p>
        </p:txBody>
      </p:sp>
    </p:spTree>
    <p:extLst>
      <p:ext uri="{BB962C8B-B14F-4D97-AF65-F5344CB8AC3E}">
        <p14:creationId xmlns:p14="http://schemas.microsoft.com/office/powerpoint/2010/main" val="2785367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287B7A3-6757-4F52-B407-E1C2426E2E36}"/>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PORTABILITY</a:t>
            </a:r>
            <a:endParaRPr sz="1801"/>
          </a:p>
        </p:txBody>
      </p:sp>
      <p:sp>
        <p:nvSpPr>
          <p:cNvPr id="3" name="Text 1">
            <a:extLst>
              <a:ext uri="{FF2B5EF4-FFF2-40B4-BE49-F238E27FC236}">
                <a16:creationId xmlns:a16="http://schemas.microsoft.com/office/drawing/2014/main" id="{2D0BB537-FBE2-412C-AB62-53C34BD675B2}"/>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Portable by design — with boundaries</a:t>
            </a:r>
            <a:endParaRPr sz="4651"/>
          </a:p>
        </p:txBody>
      </p:sp>
      <p:pic>
        <p:nvPicPr>
          <p:cNvPr id="41"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1CAE0FF6-6C5C-4C19-9B44-3ABD11600B8D}"/>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2C300E8-1C1F-4049-A12A-AB1C2B99F8D9}"/>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34" name="Shape 31">
            <a:extLst>
              <a:ext uri="{FF2B5EF4-FFF2-40B4-BE49-F238E27FC236}">
                <a16:creationId xmlns:a16="http://schemas.microsoft.com/office/drawing/2014/main" id="{D97429B5-E5A2-4112-B59A-F5E4D8EAE007}"/>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35" name="Text 32">
            <a:extLst>
              <a:ext uri="{FF2B5EF4-FFF2-40B4-BE49-F238E27FC236}">
                <a16:creationId xmlns:a16="http://schemas.microsoft.com/office/drawing/2014/main" id="{F900C7D8-967D-49D5-933D-34E25CE4C78F}"/>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37" name="Text 34">
            <a:extLst>
              <a:ext uri="{FF2B5EF4-FFF2-40B4-BE49-F238E27FC236}">
                <a16:creationId xmlns:a16="http://schemas.microsoft.com/office/drawing/2014/main" id="{01C5E1DE-2C78-4E29-9A4C-3130ACEC655C}"/>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19</a:t>
            </a:r>
            <a:endParaRPr sz="1801"/>
          </a:p>
        </p:txBody>
      </p:sp>
      <p:sp>
        <p:nvSpPr>
          <p:cNvPr id="100" name="Shape 100"/>
          <p:cNvSpPr/>
          <p:nvPr/>
        </p:nvSpPr>
        <p:spPr>
          <a:xfrm>
            <a:off x="8382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Travels with the project</a:t>
            </a:r>
          </a:p>
        </p:txBody>
      </p:sp>
      <p:sp>
        <p:nvSpPr>
          <p:cNvPr id="102" name="Shape 102"/>
          <p:cNvSpPr/>
          <p:nvPr/>
        </p:nvSpPr>
        <p:spPr>
          <a:xfrm>
            <a:off x="10414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73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Project structure, naming and ownership conventions</a:t>
            </a:r>
          </a:p>
        </p:txBody>
      </p:sp>
      <p:sp>
        <p:nvSpPr>
          <p:cNvPr id="104" name="Shape 104"/>
          <p:cNvSpPr/>
          <p:nvPr/>
        </p:nvSpPr>
        <p:spPr>
          <a:xfrm>
            <a:off x="10414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Dependencies — the ref() graph and selection syntax</a:t>
            </a:r>
          </a:p>
        </p:txBody>
      </p:sp>
      <p:sp>
        <p:nvSpPr>
          <p:cNvPr id="106" name="Shape 106"/>
          <p:cNvSpPr/>
          <p:nvPr/>
        </p:nvSpPr>
        <p:spPr>
          <a:xfrm>
            <a:off x="10414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Tests, descriptions and generated documentation</a:t>
            </a:r>
          </a:p>
        </p:txBody>
      </p:sp>
      <p:sp>
        <p:nvSpPr>
          <p:cNvPr id="108" name="Shape 108"/>
          <p:cNvSpPr/>
          <p:nvPr/>
        </p:nvSpPr>
        <p:spPr>
          <a:xfrm>
            <a:off x="10414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Most of the SQL, if you stay in the common subset</a:t>
            </a:r>
          </a:p>
        </p:txBody>
      </p:sp>
      <p:sp>
        <p:nvSpPr>
          <p:cNvPr id="110" name="Shape 110"/>
          <p:cNvSpPr/>
          <p:nvPr/>
        </p:nvSpPr>
        <p:spPr>
          <a:xfrm>
            <a:off x="10414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11" name="Shape 111"/>
          <p:cNvSpPr/>
          <p:nvPr/>
        </p:nvSpPr>
        <p:spPr>
          <a:xfrm>
            <a:off x="14478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The workflow: branch → build → test → review → deploy</a:t>
            </a:r>
          </a:p>
        </p:txBody>
      </p:sp>
      <p:sp>
        <p:nvSpPr>
          <p:cNvPr id="120" name="Shape 120"/>
          <p:cNvSpPr/>
          <p:nvPr/>
        </p:nvSpPr>
        <p:spPr>
          <a:xfrm>
            <a:off x="91948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FF4DC"/>
          </a:solidFill>
          <a:ln>
            <a:noFill/>
          </a:ln>
        </p:spPr>
        <p:txBody>
          <a:bodyPr wrap="square" lIns="203200" tIns="25400" rIns="203200" bIns="25400" anchor="ctr">
            <a:normAutofit/>
          </a:bodyPr>
          <a:lstStyle/>
          <a:p>
            <a:pPr>
              <a:buNone/>
            </a:pPr>
            <a:r>
              <a:rPr lang="en-US" sz="2000" b="1" dirty="0">
                <a:solidFill>
                  <a:srgbClr val="8A5A12"/>
                </a:solidFill>
                <a:latin typeface="Frutiger"/>
                <a:cs typeface="Frutiger"/>
              </a:rPr>
              <a:t>Still needs a review</a:t>
            </a:r>
          </a:p>
        </p:txBody>
      </p:sp>
      <p:sp>
        <p:nvSpPr>
          <p:cNvPr id="122" name="Shape 122"/>
          <p:cNvSpPr/>
          <p:nvPr/>
        </p:nvSpPr>
        <p:spPr>
          <a:xfrm>
            <a:off x="93980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3" name="Shape 123"/>
          <p:cNvSpPr/>
          <p:nvPr/>
        </p:nvSpPr>
        <p:spPr>
          <a:xfrm>
            <a:off x="9804400" y="3073400"/>
            <a:ext cx="7493000" cy="508000"/>
          </a:xfrm>
          <a:prstGeom prst="rect">
            <a:avLst/>
          </a:prstGeom>
          <a:noFill/>
          <a:ln>
            <a:noFill/>
          </a:ln>
        </p:spPr>
        <p:txBody>
          <a:bodyPr wrap="square" lIns="0" tIns="0" rIns="0" bIns="0" anchor="ctr">
            <a:normAutofit fontScale="92500"/>
          </a:bodyPr>
          <a:lstStyle/>
          <a:p>
            <a:pPr>
              <a:lnSpc>
                <a:spcPct val="102000"/>
              </a:lnSpc>
              <a:buNone/>
            </a:pPr>
            <a:r>
              <a:rPr lang="en-US" sz="1900" dirty="0">
                <a:solidFill>
                  <a:srgbClr val="364750"/>
                </a:solidFill>
                <a:latin typeface="Frutiger"/>
                <a:cs typeface="Frutiger"/>
              </a:rPr>
              <a:t>Dialect: TOP vs LIMIT, [brackets] vs `backticks`, date functions, string handling</a:t>
            </a:r>
          </a:p>
        </p:txBody>
      </p:sp>
      <p:sp>
        <p:nvSpPr>
          <p:cNvPr id="124" name="Shape 124"/>
          <p:cNvSpPr/>
          <p:nvPr/>
        </p:nvSpPr>
        <p:spPr>
          <a:xfrm>
            <a:off x="93980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5" name="Shape 125"/>
          <p:cNvSpPr/>
          <p:nvPr/>
        </p:nvSpPr>
        <p:spPr>
          <a:xfrm>
            <a:off x="98044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Data types, collation, case-sensitivity and NULL semantics</a:t>
            </a:r>
          </a:p>
        </p:txBody>
      </p:sp>
      <p:sp>
        <p:nvSpPr>
          <p:cNvPr id="126" name="Shape 126"/>
          <p:cNvSpPr/>
          <p:nvPr/>
        </p:nvSpPr>
        <p:spPr>
          <a:xfrm>
            <a:off x="93980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7" name="Shape 127"/>
          <p:cNvSpPr/>
          <p:nvPr/>
        </p:nvSpPr>
        <p:spPr>
          <a:xfrm>
            <a:off x="98044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Materializations and physical design (indexes, distribution, partitioning)</a:t>
            </a:r>
          </a:p>
        </p:txBody>
      </p:sp>
      <p:sp>
        <p:nvSpPr>
          <p:cNvPr id="128" name="Shape 128"/>
          <p:cNvSpPr/>
          <p:nvPr/>
        </p:nvSpPr>
        <p:spPr>
          <a:xfrm>
            <a:off x="93980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9" name="Shape 129"/>
          <p:cNvSpPr/>
          <p:nvPr/>
        </p:nvSpPr>
        <p:spPr>
          <a:xfrm>
            <a:off x="98044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Authentication, schema creation and privileges on the new target</a:t>
            </a:r>
          </a:p>
        </p:txBody>
      </p:sp>
      <p:sp>
        <p:nvSpPr>
          <p:cNvPr id="130" name="Shape 130"/>
          <p:cNvSpPr/>
          <p:nvPr/>
        </p:nvSpPr>
        <p:spPr>
          <a:xfrm>
            <a:off x="93980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31" name="Shape 131"/>
          <p:cNvSpPr/>
          <p:nvPr/>
        </p:nvSpPr>
        <p:spPr>
          <a:xfrm>
            <a:off x="98044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Packages and macros — each has its own support matrix</a:t>
            </a:r>
          </a:p>
        </p:txBody>
      </p:sp>
      <p:sp>
        <p:nvSpPr>
          <p:cNvPr id="140" name="Shape 140"/>
          <p:cNvSpPr/>
          <p:nvPr/>
        </p:nvSpPr>
        <p:spPr>
          <a:xfrm>
            <a:off x="838200" y="6248400"/>
            <a:ext cx="16611600" cy="381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One abstraction for one difference: </a:t>
            </a:r>
            <a:r>
              <a:rPr lang="en-US" sz="2000" dirty="0">
                <a:solidFill>
                  <a:srgbClr val="364750"/>
                </a:solidFill>
                <a:latin typeface="Frutiger"/>
                <a:cs typeface="Frutiger"/>
              </a:rPr>
              <a:t>a dispatch macro compiles to the target’s dialect. cents_to_dollars, to_bool and is_true cover this project’s three gaps; they are not a T-SQL → Spark translator.</a:t>
            </a:r>
          </a:p>
        </p:txBody>
      </p:sp>
      <p:sp>
        <p:nvSpPr>
          <p:cNvPr id="152" name="Shape 152"/>
          <p:cNvSpPr/>
          <p:nvPr/>
        </p:nvSpPr>
        <p:spPr>
          <a:xfrm>
            <a:off x="8382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YOU WRITE</a:t>
            </a:r>
          </a:p>
        </p:txBody>
      </p:sp>
      <p:sp>
        <p:nvSpPr>
          <p:cNvPr id="151" name="Code 151"/>
          <p:cNvSpPr/>
          <p:nvPr/>
        </p:nvSpPr>
        <p:spPr>
          <a:xfrm>
            <a:off x="838200" y="7035800"/>
            <a:ext cx="5080000" cy="1143000"/>
          </a:xfrm>
          <a:prstGeom prst="roundRect">
            <a:avLst>
              <a:gd name="adj" fmla="val 4000"/>
            </a:avLst>
          </a:prstGeom>
          <a:solidFill>
            <a:srgbClr val="0E1E4A"/>
          </a:solidFill>
          <a:ln>
            <a:noFill/>
          </a:ln>
        </p:spPr>
        <p:txBody>
          <a:bodyPr wrap="square" lIns="228600" tIns="177800" rIns="228600" bIns="228600" anchor="t">
            <a:normAutofit/>
          </a:bodyPr>
          <a:lstStyle/>
          <a:p>
            <a:pPr>
              <a:lnSpc>
                <a:spcPct val="120000"/>
              </a:lnSpc>
              <a:buNone/>
            </a:pPr>
            <a:r>
              <a:rPr lang="en-US" sz="1500" dirty="0">
                <a:solidFill>
                  <a:srgbClr val="FF8FA3"/>
                </a:solidFill>
                <a:latin typeface="Consolas"/>
                <a:cs typeface="Consolas"/>
              </a:rPr>
              <a:t>{{ cents_to_dollars('order_total') }}</a:t>
            </a:r>
          </a:p>
          <a:p>
            <a:pPr>
              <a:lnSpc>
                <a:spcPct val="120000"/>
              </a:lnSpc>
              <a:buNone/>
            </a:pPr>
            <a:r>
              <a:rPr lang="en-US" sz="1500" dirty="0">
                <a:solidFill>
                  <a:srgbClr val="8E9DC5"/>
                </a:solidFill>
                <a:latin typeface="Consolas"/>
                <a:cs typeface="Consolas"/>
              </a:rPr>
              <a:t>-- same model file, all three engines</a:t>
            </a:r>
          </a:p>
        </p:txBody>
      </p:sp>
      <p:cxnSp>
        <p:nvCxnSpPr>
          <p:cNvPr id="153" name="Line 153"/>
          <p:cNvCxnSpPr/>
          <p:nvPr/>
        </p:nvCxnSpPr>
        <p:spPr>
          <a:xfrm>
            <a:off x="5994400" y="7607300"/>
            <a:ext cx="558800" cy="0"/>
          </a:xfrm>
          <a:prstGeom prst="line">
            <a:avLst/>
          </a:prstGeom>
          <a:ln w="25400">
            <a:solidFill>
              <a:srgbClr val="667780"/>
            </a:solidFill>
            <a:tailEnd type="triangle" w="med" len="med"/>
          </a:ln>
        </p:spPr>
      </p:cxnSp>
      <p:sp>
        <p:nvSpPr>
          <p:cNvPr id="154" name="Shape 154"/>
          <p:cNvSpPr/>
          <p:nvPr/>
        </p:nvSpPr>
        <p:spPr>
          <a:xfrm>
            <a:off x="66040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WAREHOUSE  ·  T-SQL</a:t>
            </a:r>
          </a:p>
        </p:txBody>
      </p:sp>
      <p:sp>
        <p:nvSpPr>
          <p:cNvPr id="155" name="Code 155"/>
          <p:cNvSpPr/>
          <p:nvPr/>
        </p:nvSpPr>
        <p:spPr>
          <a:xfrm>
            <a:off x="66040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8EC5FF"/>
                </a:solidFill>
                <a:latin typeface="Consolas"/>
                <a:cs typeface="Consolas"/>
              </a:rPr>
              <a:t>cast(</a:t>
            </a:r>
            <a:r>
              <a:rPr lang="en-US" sz="1500" dirty="0">
                <a:solidFill>
                  <a:srgbClr val="E8ECF5"/>
                </a:solidFill>
                <a:latin typeface="Consolas"/>
                <a:cs typeface="Consolas"/>
              </a:rPr>
              <a:t>order_total / 100.0 as numeric(16, 2))</a:t>
            </a:r>
          </a:p>
          <a:p>
            <a:pPr>
              <a:lnSpc>
                <a:spcPct val="120000"/>
              </a:lnSpc>
              <a:buNone/>
            </a:pPr>
            <a:r>
              <a:rPr lang="en-US" sz="1500" dirty="0">
                <a:solidFill>
                  <a:srgbClr val="8E9DC5"/>
                </a:solidFill>
                <a:latin typeface="Consolas"/>
                <a:cs typeface="Consolas"/>
              </a:rPr>
              <a:t>-- fabric__cents_to_dollars</a:t>
            </a:r>
          </a:p>
        </p:txBody>
      </p:sp>
      <p:cxnSp>
        <p:nvCxnSpPr>
          <p:cNvPr id="156" name="Line 156"/>
          <p:cNvCxnSpPr/>
          <p:nvPr/>
        </p:nvCxnSpPr>
        <p:spPr>
          <a:xfrm>
            <a:off x="11760200" y="7607300"/>
            <a:ext cx="558800" cy="0"/>
          </a:xfrm>
          <a:prstGeom prst="line">
            <a:avLst/>
          </a:prstGeom>
          <a:ln w="25400">
            <a:solidFill>
              <a:srgbClr val="667780"/>
            </a:solidFill>
            <a:tailEnd type="triangle" w="med" len="med"/>
          </a:ln>
        </p:spPr>
      </p:cxnSp>
      <p:sp>
        <p:nvSpPr>
          <p:cNvPr id="157" name="Shape 157"/>
          <p:cNvSpPr/>
          <p:nvPr/>
        </p:nvSpPr>
        <p:spPr>
          <a:xfrm>
            <a:off x="123698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LAKEHOUSE  ·  SPARK SQL</a:t>
            </a:r>
          </a:p>
        </p:txBody>
      </p:sp>
      <p:sp>
        <p:nvSpPr>
          <p:cNvPr id="158" name="Code 158"/>
          <p:cNvSpPr/>
          <p:nvPr/>
        </p:nvSpPr>
        <p:spPr>
          <a:xfrm>
            <a:off x="123698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E8ECF5"/>
                </a:solidFill>
                <a:latin typeface="Consolas"/>
                <a:cs typeface="Consolas"/>
              </a:rPr>
              <a:t>cast(</a:t>
            </a:r>
            <a:r>
              <a:rPr lang="en-US" sz="1500" dirty="0">
                <a:solidFill>
                  <a:srgbClr val="8EC5FF"/>
                </a:solidFill>
                <a:latin typeface="Consolas"/>
                <a:cs typeface="Consolas"/>
              </a:rPr>
              <a:t>order_total / 100.0 as decimal(16, 2))</a:t>
            </a:r>
          </a:p>
          <a:p>
            <a:pPr>
              <a:lnSpc>
                <a:spcPct val="120000"/>
              </a:lnSpc>
              <a:buNone/>
            </a:pPr>
            <a:r>
              <a:rPr lang="en-US" sz="1500" dirty="0">
                <a:solidFill>
                  <a:srgbClr val="8E9DC5"/>
                </a:solidFill>
                <a:latin typeface="Consolas"/>
                <a:cs typeface="Consolas"/>
              </a:rPr>
              <a:t>-- default__cents_to_dollars</a:t>
            </a:r>
          </a:p>
        </p:txBody>
      </p:sp>
      <p:sp>
        <p:nvSpPr>
          <p:cNvPr id="160" name="Shape 160"/>
          <p:cNvSpPr/>
          <p:nvPr/>
        </p:nvSpPr>
        <p:spPr>
          <a:xfrm>
            <a:off x="838200" y="8382000"/>
            <a:ext cx="16611600" cy="635000"/>
          </a:xfrm>
          <a:prstGeom prst="rect">
            <a:avLst/>
          </a:prstGeom>
          <a:noFill/>
          <a:ln>
            <a:noFill/>
          </a:ln>
        </p:spPr>
        <p:txBody>
          <a:bodyPr wrap="square" lIns="0" tIns="0" rIns="0" bIns="0" anchor="t">
            <a:normAutofit/>
          </a:bodyPr>
          <a:lstStyle/>
          <a:p>
            <a:pPr>
              <a:lnSpc>
                <a:spcPct val="105000"/>
              </a:lnSpc>
              <a:buNone/>
            </a:pPr>
            <a:r>
              <a:rPr lang="en-US" sz="1800" dirty="0">
                <a:solidFill>
                  <a:srgbClr val="364750"/>
                </a:solidFill>
                <a:latin typeface="Frutiger"/>
                <a:cs typeface="Frutiger"/>
              </a:rPr>
              <a:t>Today’s project stays inside a deliberately portable subset — explicit columns and group-bys, simple joins, CASE, SUM, decimal casts — and the raw tables are loaded into each engine separately. </a:t>
            </a:r>
            <a:r>
              <a:rPr lang="en-US" sz="1800" b="1" dirty="0">
                <a:solidFill>
                  <a:srgbClr val="001F6B"/>
                </a:solidFill>
                <a:latin typeface="Frutiger"/>
                <a:cs typeface="Frutiger"/>
              </a:rPr>
              <a:t>Changing a target never moves data.</a:t>
            </a:r>
          </a:p>
        </p:txBody>
      </p:sp>
    </p:spTree>
    <p:extLst>
      <p:ext uri="{BB962C8B-B14F-4D97-AF65-F5344CB8AC3E}">
        <p14:creationId xmlns:p14="http://schemas.microsoft.com/office/powerpoint/2010/main" val="3245262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04</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4  ·  FABRIC LAKEHOUSE (SPARK)</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Change the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Keep the project. Change the connection. Compare the result.</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~5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Same files, new target  </a:t>
            </a:r>
            <a:r>
              <a:rPr lang="en-US" sz="1900" dirty="0">
                <a:solidFill>
                  <a:srgbClr val="364750"/>
                </a:solidFill>
                <a:latin typeface="Frutiger"/>
                <a:cs typeface="Frutiger"/>
              </a:rPr>
              <a:t>customers.sql is untouched. Only the target changes: dbt build --target lakehouse (adapter, workspace, lakehouse).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build --select customers  </a:t>
            </a:r>
            <a:r>
              <a:rPr lang="en-US" sz="1900" dirty="0">
                <a:solidFill>
                  <a:srgbClr val="364750"/>
                </a:solidFill>
                <a:latin typeface="Frutiger"/>
                <a:cs typeface="Frutiger"/>
              </a:rPr>
              <a:t>One mart and its four tests on Spark, ~2 minutes with a warm Livy session. The full 48-node build (~7 min) is the recording.</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Compare the compiled SQL  </a:t>
            </a:r>
            <a:r>
              <a:rPr lang="en-US" sz="1900" dirty="0">
                <a:solidFill>
                  <a:srgbClr val="364750"/>
                </a:solidFill>
                <a:latin typeface="Frutiger"/>
                <a:cs typeface="Frutiger"/>
              </a:rPr>
              <a:t>Relation names, quoting and the boolean macro output differ; the model does not.</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Delta table  </a:t>
            </a:r>
            <a:r>
              <a:rPr lang="en-US" sz="1900" dirty="0">
                <a:solidFill>
                  <a:srgbClr val="364750"/>
                </a:solidFill>
                <a:latin typeface="Frutiger"/>
                <a:cs typeface="Frutiger"/>
              </a:rPr>
              <a:t>Same rows: 6 new, 929 returning — 671,425.37. Compare results, not wall-clock time.</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LAKEHOUSE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6000"/>
              </a:lnSpc>
              <a:buNone/>
            </a:pPr>
            <a:r>
              <a:rPr lang="en-US" sz="1300" dirty="0">
                <a:solidFill>
                  <a:srgbClr val="8EC5FF"/>
                </a:solidFill>
                <a:latin typeface="Consolas"/>
                <a:cs typeface="Consolas"/>
              </a:rPr>
              <a:t>lakehouse:</a:t>
            </a:r>
          </a:p>
          <a:p>
            <a:pPr>
              <a:lnSpc>
                <a:spcPct val="116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fabricspark</a:t>
            </a:r>
            <a:r>
              <a:rPr lang="en-US" sz="1300" dirty="0">
                <a:solidFill>
                  <a:srgbClr val="8EC5FF"/>
                </a:solidFill>
                <a:latin typeface="Consolas"/>
                <a:cs typeface="Consolas"/>
              </a:rPr>
              <a:t>        method: </a:t>
            </a:r>
            <a:r>
              <a:rPr lang="en-US" sz="1300" dirty="0">
                <a:solidFill>
                  <a:srgbClr val="FFD27F"/>
                </a:solidFill>
                <a:latin typeface="Consolas"/>
                <a:cs typeface="Consolas"/>
              </a:rPr>
              <a:t>livy</a:t>
            </a:r>
          </a:p>
          <a:p>
            <a:pPr>
              <a:lnSpc>
                <a:spcPct val="116000"/>
              </a:lnSpc>
              <a:buNone/>
            </a:pPr>
            <a:r>
              <a:rPr lang="en-US" sz="1300" dirty="0">
                <a:solidFill>
                  <a:srgbClr val="8EC5FF"/>
                </a:solidFill>
                <a:latin typeface="Consolas"/>
                <a:cs typeface="Consolas"/>
              </a:rPr>
              <a:t>  endpoint: </a:t>
            </a:r>
            <a:r>
              <a:rPr lang="en-US" sz="1300" dirty="0">
                <a:solidFill>
                  <a:srgbClr val="FFD27F"/>
                </a:solidFill>
                <a:latin typeface="Consolas"/>
                <a:cs typeface="Consolas"/>
              </a:rPr>
              <a:t>https://api.fabric.microsoft.com/v1</a:t>
            </a:r>
          </a:p>
          <a:p>
            <a:pPr>
              <a:lnSpc>
                <a:spcPct val="116000"/>
              </a:lnSpc>
              <a:buNone/>
            </a:pPr>
            <a:r>
              <a:rPr lang="en-US" sz="1300" dirty="0">
                <a:solidFill>
                  <a:srgbClr val="8EC5FF"/>
                </a:solidFill>
                <a:latin typeface="Consolas"/>
                <a:cs typeface="Consolas"/>
              </a:rPr>
              <a:t>  workspaceid: </a:t>
            </a:r>
            <a:r>
              <a:rPr lang="en-US" sz="1300" dirty="0">
                <a:solidFill>
                  <a:srgbClr val="FF8FA3"/>
                </a:solidFill>
                <a:latin typeface="Consolas"/>
                <a:cs typeface="Consolas"/>
              </a:rPr>
              <a:t>"{{ env_var('DBT_FABRIC_WORKSPACE_ID') }}"</a:t>
            </a:r>
          </a:p>
          <a:p>
            <a:pPr>
              <a:lnSpc>
                <a:spcPct val="116000"/>
              </a:lnSpc>
              <a:buNone/>
            </a:pPr>
            <a:r>
              <a:rPr lang="en-US" sz="1300" dirty="0">
                <a:solidFill>
                  <a:srgbClr val="8EC5FF"/>
                </a:solidFill>
                <a:latin typeface="Consolas"/>
                <a:cs typeface="Consolas"/>
              </a:rPr>
              <a:t>  lakehouseid: </a:t>
            </a:r>
            <a:r>
              <a:rPr lang="en-US" sz="1300" dirty="0">
                <a:solidFill>
                  <a:srgbClr val="FF8FA3"/>
                </a:solidFill>
                <a:latin typeface="Consolas"/>
                <a:cs typeface="Consolas"/>
              </a:rPr>
              <a:t>"{{ env_var('DBT_LAKEHOUSE_ID') }}"</a:t>
            </a:r>
          </a:p>
          <a:p>
            <a:pPr>
              <a:lnSpc>
                <a:spcPct val="116000"/>
              </a:lnSpc>
              <a:buNone/>
            </a:pPr>
            <a:r>
              <a:rPr lang="en-US" sz="1300" dirty="0">
                <a:solidFill>
                  <a:srgbClr val="8EC5FF"/>
                </a:solidFill>
                <a:latin typeface="Consolas"/>
                <a:cs typeface="Consolas"/>
              </a:rPr>
              <a:t>  lakehouse: </a:t>
            </a:r>
            <a:r>
              <a:rPr lang="en-US" sz="1300" dirty="0">
                <a:solidFill>
                  <a:srgbClr val="FF8FA3"/>
                </a:solidFill>
                <a:latin typeface="Consolas"/>
                <a:cs typeface="Consolas"/>
              </a:rPr>
              <a:t>LH_Jaffle_Shop</a:t>
            </a:r>
            <a:r>
              <a:rPr lang="en-US" sz="1300" dirty="0">
                <a:solidFill>
                  <a:srgbClr val="FF8FA3"/>
                </a:solidFill>
                <a:latin typeface="Consolas"/>
                <a:cs typeface="Consolas"/>
              </a:rPr>
              <a:t>   schema: </a:t>
            </a:r>
            <a:r>
              <a:rPr lang="en-US" sz="1300" dirty="0">
                <a:solidFill>
                  <a:srgbClr val="FF8FA3"/>
                </a:solidFill>
                <a:latin typeface="Consolas"/>
                <a:cs typeface="Consolas"/>
              </a:rPr>
              <a:t>jaffle_shop</a:t>
            </a:r>
          </a:p>
          <a:p>
            <a:pPr>
              <a:lnSpc>
                <a:spcPct val="116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C5FF"/>
                </a:solidFill>
                <a:latin typeface="Consolas"/>
                <a:cs typeface="Consolas"/>
              </a:rPr>
              <a:t>   spark_config: { name: dbt-jaffle-shop }</a:t>
            </a:r>
          </a:p>
          <a:p>
            <a:pPr>
              <a:lnSpc>
                <a:spcPct val="116000"/>
              </a:lnSpc>
              <a:buNone/>
            </a:pPr>
            <a:r>
              <a:rPr lang="en-US" sz="1300" dirty="0">
                <a:solidFill>
                  <a:srgbClr val="8EC5FF"/>
                </a:solidFill>
                <a:latin typeface="Consolas"/>
                <a:cs typeface="Consolas"/>
              </a:rPr>
              <a:t>  reuse_session: </a:t>
            </a:r>
            <a:r>
              <a:rPr lang="en-US" sz="1300" dirty="0">
                <a:solidFill>
                  <a:srgbClr val="FFD27F"/>
                </a:solidFill>
                <a:latin typeface="Consolas"/>
                <a:cs typeface="Consolas"/>
              </a:rPr>
              <a:t>true</a:t>
            </a:r>
            <a:r>
              <a:rPr lang="en-US" sz="1300" dirty="0">
                <a:solidFill>
                  <a:srgbClr val="FFD27F"/>
                </a:solidFill>
                <a:latin typeface="Consolas"/>
                <a:cs typeface="Consolas"/>
              </a:rPr>
              <a:t>     threads: </a:t>
            </a:r>
            <a:r>
              <a:rPr lang="en-US" sz="1300" dirty="0">
                <a:solidFill>
                  <a:srgbClr val="FFD27F"/>
                </a:solidFill>
                <a:latin typeface="Consolas"/>
                <a:cs typeface="Consolas"/>
              </a:rPr>
              <a:t>4</a:t>
            </a:r>
          </a:p>
        </p:txBody>
      </p:sp>
    </p:spTree>
    <p:extLst>
      <p:ext uri="{BB962C8B-B14F-4D97-AF65-F5344CB8AC3E}">
        <p14:creationId xmlns:p14="http://schemas.microsoft.com/office/powerpoint/2010/main" val="347982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FABRIC SPARK</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dbt on the Lakehouse — how it actually runs</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21</a:t>
            </a:r>
            <a:endParaRPr sz="1801"/>
          </a:p>
        </p:txBody>
      </p:sp>
      <p:sp>
        <p:nvSpPr>
          <p:cNvPr id="100" name="Shape 100"/>
          <p:cNvSpPr/>
          <p:nvPr/>
        </p:nvSpPr>
        <p:spPr>
          <a:xfrm>
            <a:off x="8382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10414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dbt Core</a:t>
            </a:r>
          </a:p>
          <a:p>
            <a:pPr>
              <a:spcBef>
                <a:spcPts val="100"/>
              </a:spcBef>
              <a:buNone/>
            </a:pPr>
            <a:r>
              <a:rPr lang="en-US" sz="1400" dirty="0">
                <a:solidFill>
                  <a:srgbClr val="667780"/>
                </a:solidFill>
                <a:latin typeface="Consolas"/>
                <a:cs typeface="Consolas"/>
              </a:rPr>
              <a:t>laptop · agent · notebook</a:t>
            </a:r>
          </a:p>
          <a:p>
            <a:pPr>
              <a:lnSpc>
                <a:spcPct val="104000"/>
              </a:lnSpc>
              <a:spcBef>
                <a:spcPts val="600"/>
              </a:spcBef>
              <a:buNone/>
            </a:pPr>
            <a:r>
              <a:rPr lang="en-US" sz="1800" dirty="0">
                <a:solidFill>
                  <a:srgbClr val="001F6B"/>
                </a:solidFill>
                <a:latin typeface="Frutiger"/>
                <a:cs typeface="Frutiger"/>
              </a:rPr>
              <a:t>dbt-fabricspark compiles the project and submits Spark SQL</a:t>
            </a:r>
          </a:p>
        </p:txBody>
      </p:sp>
      <p:cxnSp>
        <p:nvCxnSpPr>
          <p:cNvPr id="110" name="Line 110"/>
          <p:cNvCxnSpPr/>
          <p:nvPr/>
        </p:nvCxnSpPr>
        <p:spPr>
          <a:xfrm>
            <a:off x="4622800" y="3365500"/>
            <a:ext cx="431800" cy="0"/>
          </a:xfrm>
          <a:prstGeom prst="line">
            <a:avLst/>
          </a:prstGeom>
          <a:ln w="31750">
            <a:solidFill>
              <a:srgbClr val="667780"/>
            </a:solidFill>
            <a:tailEnd type="triangle" w="med" len="med"/>
          </a:ln>
        </p:spPr>
      </p:cxnSp>
      <p:sp>
        <p:nvSpPr>
          <p:cNvPr id="102" name="Shape 102"/>
          <p:cNvSpPr/>
          <p:nvPr/>
        </p:nvSpPr>
        <p:spPr>
          <a:xfrm>
            <a:off x="51308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3" name="Shape 103"/>
          <p:cNvSpPr/>
          <p:nvPr/>
        </p:nvSpPr>
        <p:spPr>
          <a:xfrm>
            <a:off x="53340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Livy endpoint</a:t>
            </a:r>
          </a:p>
          <a:p>
            <a:pPr>
              <a:spcBef>
                <a:spcPts val="100"/>
              </a:spcBef>
              <a:buNone/>
            </a:pPr>
            <a:r>
              <a:rPr lang="en-US" sz="1400" dirty="0">
                <a:solidFill>
                  <a:srgbClr val="667780"/>
                </a:solidFill>
                <a:latin typeface="Consolas"/>
                <a:cs typeface="Consolas"/>
              </a:rPr>
              <a:t>api.fabric.microsoft.com</a:t>
            </a:r>
          </a:p>
          <a:p>
            <a:pPr>
              <a:lnSpc>
                <a:spcPct val="104000"/>
              </a:lnSpc>
              <a:spcBef>
                <a:spcPts val="600"/>
              </a:spcBef>
              <a:buNone/>
            </a:pPr>
            <a:r>
              <a:rPr lang="en-US" sz="1800" dirty="0">
                <a:solidFill>
                  <a:srgbClr val="001F6B"/>
                </a:solidFill>
                <a:latin typeface="Frutiger"/>
                <a:cs typeface="Frutiger"/>
              </a:rPr>
              <a:t>REST API that opens or reuses a Spark session in your workspace</a:t>
            </a:r>
          </a:p>
        </p:txBody>
      </p:sp>
      <p:cxnSp>
        <p:nvCxnSpPr>
          <p:cNvPr id="111" name="Line 111"/>
          <p:cNvCxnSpPr/>
          <p:nvPr/>
        </p:nvCxnSpPr>
        <p:spPr>
          <a:xfrm>
            <a:off x="8915400" y="3365500"/>
            <a:ext cx="431800" cy="0"/>
          </a:xfrm>
          <a:prstGeom prst="line">
            <a:avLst/>
          </a:prstGeom>
          <a:ln w="31750">
            <a:solidFill>
              <a:srgbClr val="667780"/>
            </a:solidFill>
            <a:tailEnd type="triangle" w="med" len="med"/>
          </a:ln>
        </p:spPr>
      </p:cxnSp>
      <p:sp>
        <p:nvSpPr>
          <p:cNvPr id="104" name="Shape 104"/>
          <p:cNvSpPr/>
          <p:nvPr/>
        </p:nvSpPr>
        <p:spPr>
          <a:xfrm>
            <a:off x="9423400" y="2413000"/>
            <a:ext cx="3708400" cy="1905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05" name="Shape 105"/>
          <p:cNvSpPr/>
          <p:nvPr/>
        </p:nvSpPr>
        <p:spPr>
          <a:xfrm>
            <a:off x="96266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Spark session</a:t>
            </a:r>
          </a:p>
          <a:p>
            <a:pPr>
              <a:spcBef>
                <a:spcPts val="100"/>
              </a:spcBef>
              <a:buNone/>
            </a:pPr>
            <a:r>
              <a:rPr lang="en-US" sz="1400" dirty="0">
                <a:solidFill>
                  <a:srgbClr val="FFFFFF"/>
                </a:solidFill>
                <a:latin typeface="Consolas"/>
                <a:cs typeface="Consolas"/>
              </a:rPr>
              <a:t>your Fabric capacity</a:t>
            </a:r>
          </a:p>
          <a:p>
            <a:pPr>
              <a:lnSpc>
                <a:spcPct val="104000"/>
              </a:lnSpc>
              <a:spcBef>
                <a:spcPts val="600"/>
              </a:spcBef>
              <a:buNone/>
            </a:pPr>
            <a:r>
              <a:rPr lang="en-US" sz="1800" dirty="0">
                <a:solidFill>
                  <a:srgbClr val="FFFFFF"/>
                </a:solidFill>
                <a:latin typeface="Frutiger"/>
                <a:cs typeface="Frutiger"/>
              </a:rPr>
              <a:t>Runs CREATE TABLE … AS SELECT; starter pool or custom pool</a:t>
            </a:r>
          </a:p>
        </p:txBody>
      </p:sp>
      <p:cxnSp>
        <p:nvCxnSpPr>
          <p:cNvPr id="112" name="Line 112"/>
          <p:cNvCxnSpPr/>
          <p:nvPr/>
        </p:nvCxnSpPr>
        <p:spPr>
          <a:xfrm>
            <a:off x="13208000" y="3365500"/>
            <a:ext cx="431800" cy="0"/>
          </a:xfrm>
          <a:prstGeom prst="line">
            <a:avLst/>
          </a:prstGeom>
          <a:ln w="31750">
            <a:solidFill>
              <a:srgbClr val="667780"/>
            </a:solidFill>
            <a:tailEnd type="triangle" w="med" len="med"/>
          </a:ln>
        </p:spPr>
      </p:cxnSp>
      <p:sp>
        <p:nvSpPr>
          <p:cNvPr id="106" name="Shape 106"/>
          <p:cNvSpPr/>
          <p:nvPr/>
        </p:nvSpPr>
        <p:spPr>
          <a:xfrm>
            <a:off x="13716000" y="2413000"/>
            <a:ext cx="37084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07" name="Shape 107"/>
          <p:cNvSpPr/>
          <p:nvPr/>
        </p:nvSpPr>
        <p:spPr>
          <a:xfrm>
            <a:off x="139192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Delta tables</a:t>
            </a:r>
          </a:p>
          <a:p>
            <a:pPr>
              <a:spcBef>
                <a:spcPts val="100"/>
              </a:spcBef>
              <a:buNone/>
            </a:pPr>
            <a:r>
              <a:rPr lang="en-US" sz="1400" dirty="0">
                <a:solidFill>
                  <a:srgbClr val="FFFFFF"/>
                </a:solidFill>
                <a:latin typeface="Consolas"/>
                <a:cs typeface="Consolas"/>
              </a:rPr>
              <a:t>LH_Jaffle_Shop.jaffle_shop.*</a:t>
            </a:r>
          </a:p>
          <a:p>
            <a:pPr>
              <a:lnSpc>
                <a:spcPct val="104000"/>
              </a:lnSpc>
              <a:spcBef>
                <a:spcPts val="600"/>
              </a:spcBef>
              <a:buNone/>
            </a:pPr>
            <a:r>
              <a:rPr lang="en-US" sz="1800" dirty="0">
                <a:solidFill>
                  <a:srgbClr val="FFFFFF"/>
                </a:solidFill>
                <a:latin typeface="Frutiger"/>
                <a:cs typeface="Frutiger"/>
              </a:rPr>
              <a:t>Views and tables land in the Lakehouse; readable by notebooks and the SQL endpoint</a:t>
            </a:r>
          </a:p>
        </p:txBody>
      </p:sp>
      <p:sp>
        <p:nvSpPr>
          <p:cNvPr id="120" name="Shape 120"/>
          <p:cNvSpPr/>
          <p:nvPr/>
        </p:nvSpPr>
        <p:spPr>
          <a:xfrm>
            <a:off x="838200" y="4470400"/>
            <a:ext cx="16611600" cy="38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Downstream: </a:t>
            </a:r>
            <a:r>
              <a:rPr lang="en-US" sz="1800" dirty="0">
                <a:solidFill>
                  <a:srgbClr val="364750"/>
                </a:solidFill>
                <a:latin typeface="Frutiger"/>
                <a:cs typeface="Frutiger"/>
              </a:rPr>
              <a:t>Power BI (Direct Lake) and the SQL analytics endpoint read those Delta tables. The endpoint is read-only — dbt never writes through it.</a:t>
            </a:r>
          </a:p>
        </p:txBody>
      </p:sp>
      <p:sp>
        <p:nvSpPr>
          <p:cNvPr id="130" name="Shape 130"/>
          <p:cNvSpPr/>
          <p:nvPr/>
        </p:nvSpPr>
        <p:spPr>
          <a:xfrm>
            <a:off x="8382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2" name="Shape 132"/>
          <p:cNvSpPr/>
          <p:nvPr/>
        </p:nvSpPr>
        <p:spPr>
          <a:xfrm>
            <a:off x="11176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Schema-enabled vs schema-less</a:t>
            </a:r>
          </a:p>
          <a:p>
            <a:pPr>
              <a:lnSpc>
                <a:spcPct val="105000"/>
              </a:lnSpc>
              <a:spcBef>
                <a:spcPts val="500"/>
              </a:spcBef>
              <a:buNone/>
            </a:pPr>
            <a:r>
              <a:rPr lang="en-US" sz="1800" dirty="0">
                <a:solidFill>
                  <a:srgbClr val="364750"/>
                </a:solidFill>
                <a:latin typeface="Frutiger"/>
                <a:cs typeface="Frutiger"/>
              </a:rPr>
              <a:t>Schema-enabled Lakehouse: lakehouse name + a separate schema (jaffle_shop). Schema-less: the schema field is the lakehouse name. Get this wrong and it looks like a missing table, not an auth error.</a:t>
            </a:r>
          </a:p>
        </p:txBody>
      </p:sp>
      <p:sp>
        <p:nvSpPr>
          <p:cNvPr id="133" name="Shape 133"/>
          <p:cNvSpPr/>
          <p:nvPr/>
        </p:nvSpPr>
        <p:spPr>
          <a:xfrm>
            <a:off x="92710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4" name="Shape 134"/>
          <p:cNvSpPr/>
          <p:nvPr/>
        </p:nvSpPr>
        <p:spPr>
          <a:xfrm>
            <a:off x="92710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95504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Sessions and startup</a:t>
            </a:r>
          </a:p>
          <a:p>
            <a:pPr>
              <a:lnSpc>
                <a:spcPct val="105000"/>
              </a:lnSpc>
              <a:spcBef>
                <a:spcPts val="500"/>
              </a:spcBef>
              <a:buNone/>
            </a:pPr>
            <a:r>
              <a:rPr lang="en-US" sz="1800" dirty="0">
                <a:solidFill>
                  <a:srgbClr val="364750"/>
                </a:solidFill>
                <a:latin typeface="Frutiger"/>
                <a:cs typeface="Frutiger"/>
              </a:rPr>
              <a:t>reuse_session: true skips startup when a valid session exists, but it isn’t a latency guarantee. Warm up before the talk; don’t change pool settings on stage.</a:t>
            </a:r>
          </a:p>
        </p:txBody>
      </p:sp>
      <p:sp>
        <p:nvSpPr>
          <p:cNvPr id="136" name="Shape 136"/>
          <p:cNvSpPr/>
          <p:nvPr/>
        </p:nvSpPr>
        <p:spPr>
          <a:xfrm>
            <a:off x="8382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7" name="Shape 137"/>
          <p:cNvSpPr/>
          <p:nvPr/>
        </p:nvSpPr>
        <p:spPr>
          <a:xfrm>
            <a:off x="838200" y="71120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8" name="Shape 138"/>
          <p:cNvSpPr/>
          <p:nvPr/>
        </p:nvSpPr>
        <p:spPr>
          <a:xfrm>
            <a:off x="11176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Identity</a:t>
            </a:r>
          </a:p>
          <a:p>
            <a:pPr>
              <a:lnSpc>
                <a:spcPct val="105000"/>
              </a:lnSpc>
              <a:spcBef>
                <a:spcPts val="500"/>
              </a:spcBef>
              <a:buNone/>
            </a:pPr>
            <a:r>
              <a:rPr lang="en-US" sz="1800" dirty="0">
                <a:solidFill>
                  <a:srgbClr val="364750"/>
                </a:solidFill>
                <a:latin typeface="Frutiger"/>
                <a:cs typeface="Frutiger"/>
              </a:rPr>
              <a:t>Interactive: authentication: CLI after az login. Automation: service principal with the matching profile fields and tenant settings. In a Fabric notebook: authentication: fabric_notebook.</a:t>
            </a:r>
          </a:p>
        </p:txBody>
      </p:sp>
      <p:sp>
        <p:nvSpPr>
          <p:cNvPr id="139" name="Shape 139"/>
          <p:cNvSpPr/>
          <p:nvPr/>
        </p:nvSpPr>
        <p:spPr>
          <a:xfrm>
            <a:off x="92710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0" name="Shape 140"/>
          <p:cNvSpPr/>
          <p:nvPr/>
        </p:nvSpPr>
        <p:spPr>
          <a:xfrm>
            <a:off x="9271000" y="7112000"/>
            <a:ext cx="76200" cy="1879600"/>
          </a:xfrm>
          <a:prstGeom prst="rect">
            <a:avLst/>
          </a:prstGeom>
          <a:solidFill>
            <a:srgbClr val="E40046"/>
          </a:solidFill>
          <a:ln>
            <a:noFill/>
          </a:ln>
        </p:spPr>
        <p:txBody>
          <a:bodyPr wrap="square" lIns="101600" tIns="101600" rIns="101600" bIns="101600" anchor="t">
            <a:normAutofit/>
          </a:bodyPr>
          <a:lstStyle/>
          <a:p>
            <a:endParaRPr lang="en-US"/>
          </a:p>
        </p:txBody>
      </p:sp>
      <p:sp>
        <p:nvSpPr>
          <p:cNvPr id="141" name="Shape 141"/>
          <p:cNvSpPr/>
          <p:nvPr/>
        </p:nvSpPr>
        <p:spPr>
          <a:xfrm>
            <a:off x="95504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Keep the boundaries</a:t>
            </a:r>
          </a:p>
          <a:p>
            <a:pPr>
              <a:lnSpc>
                <a:spcPct val="105000"/>
              </a:lnSpc>
              <a:spcBef>
                <a:spcPts val="500"/>
              </a:spcBef>
              <a:buNone/>
            </a:pPr>
            <a:r>
              <a:rPr lang="en-US" sz="1800" dirty="0">
                <a:solidFill>
                  <a:srgbClr val="364750"/>
                </a:solidFill>
                <a:latin typeface="Frutiger"/>
                <a:cs typeface="Frutiger"/>
              </a:rPr>
              <a:t>Newer connection modes, unit tests and advanced incremental strategies are release-specific. Today’s path — table builds, data tests, Livy — is the documented one.</a:t>
            </a:r>
          </a:p>
        </p:txBody>
      </p:sp>
    </p:spTree>
    <p:extLst>
      <p:ext uri="{BB962C8B-B14F-4D97-AF65-F5344CB8AC3E}">
        <p14:creationId xmlns:p14="http://schemas.microsoft.com/office/powerpoint/2010/main" val="37841231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05</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OPTIONAL DEMO 5  ·  FABRIC SQL DATABASE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Same project, third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The identical project against the Fabric SQL database through dbt-sqlserver — no code changes.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8890000" cy="355600"/>
          </a:xfrm>
          <a:prstGeom prst="rect">
            <a:avLst/>
          </a:prstGeom>
          <a:noFill/>
          <a:ln>
            <a:noFill/>
          </a:ln>
        </p:spPr>
        <p:txBody>
          <a:bodyPr wrap="square" lIns="0" tIns="0" rIns="0" bIns="0" anchor="t">
            <a:normAutofit/>
          </a:bodyPr>
          <a:lstStyle/>
          <a:p>
            <a:pPr>
              <a:buNone/>
            </a:pPr>
            <a:r>
              <a:rPr lang="en-US" sz="1500" b="1" spc="200" dirty="0">
                <a:solidFill>
                  <a:srgbClr val="B7791F"/>
                </a:solidFill>
                <a:latin typeface="Frutiger"/>
                <a:cs typeface="Frutiger"/>
              </a:rPr>
              <a:t>IF TIME ALLOWS  ·  ~4 MINUTES  ·  SKIP WITHOUT LOSING THE STORY</a:t>
            </a:r>
          </a:p>
        </p:txBody>
      </p:sp>
      <p:sp>
        <p:nvSpPr>
          <p:cNvPr id="110" name="Shape 110"/>
          <p:cNvSpPr/>
          <p:nvPr/>
        </p:nvSpPr>
        <p:spPr>
          <a:xfrm>
            <a:off x="838200" y="10922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fontScale="92500"/>
          </a:bodyPr>
          <a:lstStyle/>
          <a:p>
            <a:pPr>
              <a:buNone/>
            </a:pPr>
            <a:r>
              <a:rPr lang="en-US" sz="2100" b="1" dirty="0">
                <a:solidFill>
                  <a:srgbClr val="001F6B"/>
                </a:solidFill>
                <a:latin typeface="Frutiger"/>
                <a:cs typeface="Frutiger"/>
              </a:rPr>
              <a:t>Switch environments  </a:t>
            </a:r>
            <a:r>
              <a:rPr lang="en-US" sz="1900" dirty="0">
                <a:solidFill>
                  <a:srgbClr val="364750"/>
                </a:solidFill>
                <a:latin typeface="Frutiger"/>
                <a:cs typeface="Frutiger"/>
              </a:rPr>
              <a:t>Activate .venv-sqldb and use --target sqldb — type: sqlserver, ODBC Driver 18, Entra auth via az login.</a:t>
            </a:r>
          </a:p>
        </p:txBody>
      </p:sp>
      <p:sp>
        <p:nvSpPr>
          <p:cNvPr id="112" name="Shape 112"/>
          <p:cNvSpPr/>
          <p:nvPr/>
        </p:nvSpPr>
        <p:spPr>
          <a:xfrm>
            <a:off x="838200" y="18796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debug  </a:t>
            </a:r>
            <a:r>
              <a:rPr lang="en-US" sz="1900" dirty="0">
                <a:solidFill>
                  <a:srgbClr val="364750"/>
                </a:solidFill>
                <a:latin typeface="Frutiger"/>
                <a:cs typeface="Frutiger"/>
              </a:rPr>
              <a:t>Connectivity, permissions and profile in one command. Login alone isn’t enough: create, replace, drop.</a:t>
            </a:r>
          </a:p>
        </p:txBody>
      </p:sp>
      <p:sp>
        <p:nvSpPr>
          <p:cNvPr id="114" name="Shape 114"/>
          <p:cNvSpPr/>
          <p:nvPr/>
        </p:nvSpPr>
        <p:spPr>
          <a:xfrm>
            <a:off x="838200" y="26670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build  </a:t>
            </a:r>
            <a:r>
              <a:rPr lang="en-US" sz="1900" dirty="0">
                <a:solidFill>
                  <a:srgbClr val="364750"/>
                </a:solidFill>
                <a:latin typeface="Frutiger"/>
                <a:cs typeface="Frutiger"/>
              </a:rPr>
              <a:t>Identical model files. dbt-sqlserver writes T-SQL DDL; the result is the same 671,425.37.</a:t>
            </a:r>
          </a:p>
        </p:txBody>
      </p:sp>
      <p:sp>
        <p:nvSpPr>
          <p:cNvPr id="116" name="Shape 116"/>
          <p:cNvSpPr/>
          <p:nvPr/>
        </p:nvSpPr>
        <p:spPr>
          <a:xfrm>
            <a:off x="838200" y="34544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fontScale="92500"/>
          </a:bodyPr>
          <a:lstStyle/>
          <a:p>
            <a:pPr>
              <a:buNone/>
            </a:pPr>
            <a:r>
              <a:rPr lang="en-US" sz="2100" b="1" dirty="0">
                <a:solidFill>
                  <a:srgbClr val="001F6B"/>
                </a:solidFill>
                <a:latin typeface="Frutiger"/>
                <a:cs typeface="Frutiger"/>
              </a:rPr>
              <a:t>Where would this run for real?  </a:t>
            </a:r>
            <a:r>
              <a:rPr lang="en-US" sz="1900" dirty="0">
                <a:solidFill>
                  <a:srgbClr val="364750"/>
                </a:solidFill>
                <a:latin typeface="Frutiger"/>
                <a:cs typeface="Frutiger"/>
              </a:rPr>
              <a:t>The Fabric dbt job (Azure SQL adapter, service principal) or the Azure DevOps pipeline — same command, different host.</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SQLDB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300" dirty="0">
                <a:solidFill>
                  <a:srgbClr val="8EC5FF"/>
                </a:solidFill>
                <a:latin typeface="Consolas"/>
                <a:cs typeface="Consolas"/>
              </a:rPr>
              <a:t>sqldb:</a:t>
            </a:r>
          </a:p>
          <a:p>
            <a:pPr>
              <a:lnSpc>
                <a:spcPct val="118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sqlserver</a:t>
            </a:r>
            <a:r>
              <a:rPr lang="en-US" sz="1300" dirty="0">
                <a:solidFill>
                  <a:srgbClr val="8EC5FF"/>
                </a:solidFill>
                <a:latin typeface="Consolas"/>
                <a:cs typeface="Consolas"/>
              </a:rPr>
              <a:t>      driver: </a:t>
            </a:r>
            <a:r>
              <a:rPr lang="en-US" sz="1300" dirty="0">
                <a:solidFill>
                  <a:srgbClr val="FFD27F"/>
                </a:solidFill>
                <a:latin typeface="Consolas"/>
                <a:cs typeface="Consolas"/>
              </a:rPr>
              <a:t>ODBC Driver 18 for SQL Server</a:t>
            </a:r>
          </a:p>
          <a:p>
            <a:pPr>
              <a:lnSpc>
                <a:spcPct val="118000"/>
              </a:lnSpc>
              <a:buNone/>
            </a:pPr>
            <a:r>
              <a:rPr lang="en-US" sz="1300" dirty="0">
                <a:solidFill>
                  <a:srgbClr val="8EC5FF"/>
                </a:solidFill>
                <a:latin typeface="Consolas"/>
                <a:cs typeface="Consolas"/>
              </a:rPr>
              <a:t>  server: </a:t>
            </a:r>
            <a:r>
              <a:rPr lang="en-US" sz="1300" dirty="0">
                <a:solidFill>
                  <a:srgbClr val="FF8FA3"/>
                </a:solidFill>
                <a:latin typeface="Consolas"/>
                <a:cs typeface="Consolas"/>
              </a:rPr>
              <a:t>"{{ env_var('DBT_SQLDB_HOST') }}"</a:t>
            </a:r>
          </a:p>
          <a:p>
            <a:pPr>
              <a:lnSpc>
                <a:spcPct val="118000"/>
              </a:lnSpc>
              <a:buNone/>
            </a:pPr>
            <a:r>
              <a:rPr lang="en-US" sz="1300" dirty="0">
                <a:solidFill>
                  <a:srgbClr val="8EC5FF"/>
                </a:solidFill>
                <a:latin typeface="Consolas"/>
                <a:cs typeface="Consolas"/>
              </a:rPr>
              <a:t>  database: </a:t>
            </a:r>
            <a:r>
              <a:rPr lang="en-US" sz="1300" dirty="0">
                <a:solidFill>
                  <a:srgbClr val="FFD27F"/>
                </a:solidFill>
                <a:latin typeface="Consolas"/>
                <a:cs typeface="Consolas"/>
              </a:rPr>
              <a:t>"{{ env_var('DBT_SQLDB_NAME') }}"</a:t>
            </a:r>
            <a:r>
              <a:rPr lang="en-US" sz="1300" dirty="0">
                <a:solidFill>
                  <a:srgbClr val="8EC5FF"/>
                </a:solidFill>
                <a:latin typeface="Consolas"/>
                <a:cs typeface="Consolas"/>
              </a:rPr>
              <a:t>   schema: </a:t>
            </a:r>
            <a:r>
              <a:rPr lang="en-US" sz="1300" dirty="0">
                <a:solidFill>
                  <a:srgbClr val="FFD27F"/>
                </a:solidFill>
                <a:latin typeface="Consolas"/>
                <a:cs typeface="Consolas"/>
              </a:rPr>
              <a:t>jaffle_shop</a:t>
            </a:r>
          </a:p>
          <a:p>
            <a:pPr>
              <a:lnSpc>
                <a:spcPct val="118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9DC5"/>
                </a:solidFill>
                <a:latin typeface="Consolas"/>
                <a:cs typeface="Consolas"/>
              </a:rPr>
              <a:t>     # az login; environment for automation</a:t>
            </a:r>
          </a:p>
          <a:p>
            <a:pPr>
              <a:lnSpc>
                <a:spcPct val="118000"/>
              </a:lnSpc>
              <a:buNone/>
            </a:pPr>
            <a:r>
              <a:rPr lang="en-US" sz="1300" dirty="0">
                <a:solidFill>
                  <a:srgbClr val="8EC5FF"/>
                </a:solidFill>
                <a:latin typeface="Consolas"/>
                <a:cs typeface="Consolas"/>
              </a:rPr>
              <a:t>  schema_authorization: </a:t>
            </a:r>
            <a:r>
              <a:rPr lang="en-US" sz="1300" dirty="0">
                <a:solidFill>
                  <a:srgbClr val="FFD27F"/>
                </a:solidFill>
                <a:latin typeface="Consolas"/>
                <a:cs typeface="Consolas"/>
              </a:rPr>
              <a:t>dbo</a:t>
            </a:r>
            <a:r>
              <a:rPr lang="en-US" sz="1300" dirty="0">
                <a:solidFill>
                  <a:srgbClr val="8EC5FF"/>
                </a:solidFill>
                <a:latin typeface="Consolas"/>
                <a:cs typeface="Consolas"/>
              </a:rPr>
              <a:t>   # workspace identities are not db users</a:t>
            </a:r>
          </a:p>
          <a:p>
            <a:pPr>
              <a:lnSpc>
                <a:spcPct val="118000"/>
              </a:lnSpc>
              <a:buNone/>
            </a:pPr>
            <a:r>
              <a:rPr lang="en-US" sz="1300" dirty="0">
                <a:solidFill>
                  <a:srgbClr val="8EC5FF"/>
                </a:solidFill>
                <a:latin typeface="Consolas"/>
                <a:cs typeface="Consolas"/>
              </a:rPr>
              <a:t>  encrypt: </a:t>
            </a:r>
            <a:r>
              <a:rPr lang="en-US" sz="1300" dirty="0">
                <a:solidFill>
                  <a:srgbClr val="FFD27F"/>
                </a:solidFill>
                <a:latin typeface="Consolas"/>
                <a:cs typeface="Consolas"/>
              </a:rPr>
              <a:t>true</a:t>
            </a:r>
            <a:r>
              <a:rPr lang="en-US" sz="1300" dirty="0">
                <a:solidFill>
                  <a:srgbClr val="8EC5FF"/>
                </a:solidFill>
                <a:latin typeface="Consolas"/>
                <a:cs typeface="Consolas"/>
              </a:rPr>
              <a:t>   trust_cert: </a:t>
            </a:r>
            <a:r>
              <a:rPr lang="en-US" sz="1300" dirty="0">
                <a:solidFill>
                  <a:srgbClr val="8EC5FF"/>
                </a:solidFill>
                <a:latin typeface="Consolas"/>
                <a:cs typeface="Consolas"/>
              </a:rPr>
              <a:t>false</a:t>
            </a:r>
          </a:p>
        </p:txBody>
      </p:sp>
    </p:spTree>
    <p:extLst>
      <p:ext uri="{BB962C8B-B14F-4D97-AF65-F5344CB8AC3E}">
        <p14:creationId xmlns:p14="http://schemas.microsoft.com/office/powerpoint/2010/main" val="30984021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FROM LAPTOP TO PIPELINE</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Run the same project as a job</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23</a:t>
            </a:r>
            <a:endParaRPr sz="1801"/>
          </a:p>
        </p:txBody>
      </p:sp>
      <p:sp>
        <p:nvSpPr>
          <p:cNvPr id="100" name="Shape 100"/>
          <p:cNvSpPr/>
          <p:nvPr/>
        </p:nvSpPr>
        <p:spPr>
          <a:xfrm>
            <a:off x="8382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DEVELOP</a:t>
            </a:r>
          </a:p>
          <a:p>
            <a:pPr>
              <a:spcBef>
                <a:spcPts val="200"/>
              </a:spcBef>
              <a:buNone/>
            </a:pPr>
            <a:r>
              <a:rPr lang="en-US" sz="1600" dirty="0">
                <a:solidFill>
                  <a:srgbClr val="364750"/>
                </a:solidFill>
                <a:latin typeface="Frutiger"/>
                <a:cs typeface="Frutiger"/>
              </a:rPr>
              <a:t>your own schema or lakehouse</a:t>
            </a:r>
          </a:p>
        </p:txBody>
      </p:sp>
      <p:sp>
        <p:nvSpPr>
          <p:cNvPr id="101" name="Shape 101"/>
          <p:cNvSpPr/>
          <p:nvPr/>
        </p:nvSpPr>
        <p:spPr>
          <a:xfrm>
            <a:off x="42291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PULL REQUEST</a:t>
            </a:r>
          </a:p>
          <a:p>
            <a:pPr>
              <a:spcBef>
                <a:spcPts val="200"/>
              </a:spcBef>
              <a:buNone/>
            </a:pPr>
            <a:r>
              <a:rPr lang="en-US" sz="1600" dirty="0">
                <a:solidFill>
                  <a:srgbClr val="FFFFFF"/>
                </a:solidFill>
                <a:latin typeface="Frutiger"/>
                <a:cs typeface="Frutiger"/>
              </a:rPr>
              <a:t>CI builds + tests in an isolated target</a:t>
            </a:r>
          </a:p>
        </p:txBody>
      </p:sp>
      <p:sp>
        <p:nvSpPr>
          <p:cNvPr id="102" name="Shape 102"/>
          <p:cNvSpPr/>
          <p:nvPr/>
        </p:nvSpPr>
        <p:spPr>
          <a:xfrm>
            <a:off x="76200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MERGE</a:t>
            </a:r>
          </a:p>
          <a:p>
            <a:pPr>
              <a:spcBef>
                <a:spcPts val="200"/>
              </a:spcBef>
              <a:buNone/>
            </a:pPr>
            <a:r>
              <a:rPr lang="en-US" sz="1600" dirty="0">
                <a:solidFill>
                  <a:srgbClr val="364750"/>
                </a:solidFill>
                <a:latin typeface="Frutiger"/>
                <a:cs typeface="Frutiger"/>
              </a:rPr>
              <a:t>code changes — not data</a:t>
            </a:r>
          </a:p>
        </p:txBody>
      </p:sp>
      <p:sp>
        <p:nvSpPr>
          <p:cNvPr id="103" name="Shape 103"/>
          <p:cNvSpPr/>
          <p:nvPr/>
        </p:nvSpPr>
        <p:spPr>
          <a:xfrm>
            <a:off x="110109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SCHEDULED RUN</a:t>
            </a:r>
          </a:p>
          <a:p>
            <a:pPr>
              <a:spcBef>
                <a:spcPts val="200"/>
              </a:spcBef>
              <a:buNone/>
            </a:pPr>
            <a:r>
              <a:rPr lang="en-US" sz="1600" dirty="0">
                <a:solidFill>
                  <a:srgbClr val="FFFFFF"/>
                </a:solidFill>
                <a:latin typeface="Frutiger"/>
                <a:cs typeface="Frutiger"/>
              </a:rPr>
              <a:t>after ingestion succeeds</a:t>
            </a:r>
          </a:p>
        </p:txBody>
      </p:sp>
      <p:sp>
        <p:nvSpPr>
          <p:cNvPr id="104" name="Shape 104"/>
          <p:cNvSpPr/>
          <p:nvPr/>
        </p:nvSpPr>
        <p:spPr>
          <a:xfrm>
            <a:off x="144018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PUBLISH</a:t>
            </a:r>
          </a:p>
          <a:p>
            <a:pPr>
              <a:spcBef>
                <a:spcPts val="200"/>
              </a:spcBef>
              <a:buNone/>
            </a:pPr>
            <a:r>
              <a:rPr lang="en-US" sz="1600" dirty="0">
                <a:solidFill>
                  <a:srgbClr val="364750"/>
                </a:solidFill>
                <a:latin typeface="Frutiger"/>
                <a:cs typeface="Frutiger"/>
              </a:rPr>
              <a:t>refresh the semantic model</a:t>
            </a:r>
          </a:p>
        </p:txBody>
      </p:sp>
      <p:sp>
        <p:nvSpPr>
          <p:cNvPr id="110" name="Shape 110"/>
          <p:cNvSpPr/>
          <p:nvPr/>
        </p:nvSpPr>
        <p:spPr>
          <a:xfrm>
            <a:off x="838200" y="3759200"/>
            <a:ext cx="8128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AZURE-PIPELINES.YML  ·  EXCERPT</a:t>
            </a:r>
          </a:p>
        </p:txBody>
      </p:sp>
      <p:sp>
        <p:nvSpPr>
          <p:cNvPr id="111" name="Code 111"/>
          <p:cNvSpPr/>
          <p:nvPr/>
        </p:nvSpPr>
        <p:spPr>
          <a:xfrm>
            <a:off x="838200" y="4089400"/>
            <a:ext cx="8128000" cy="24892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C5FF"/>
                </a:solidFill>
                <a:latin typeface="Consolas"/>
                <a:cs typeface="Consolas"/>
              </a:rPr>
              <a:t>pool: </a:t>
            </a:r>
            <a:r>
              <a:rPr lang="en-US" sz="1500" dirty="0">
                <a:solidFill>
                  <a:srgbClr val="E8ECF5"/>
                </a:solidFill>
                <a:latin typeface="Consolas"/>
                <a:cs typeface="Consolas"/>
              </a:rPr>
              <a:t>{ vmImage: </a:t>
            </a:r>
            <a:r>
              <a:rPr lang="en-US" sz="1500" dirty="0">
                <a:solidFill>
                  <a:srgbClr val="FFD27F"/>
                </a:solidFill>
                <a:latin typeface="Consolas"/>
                <a:cs typeface="Consolas"/>
              </a:rPr>
              <a:t>ubuntu-latest</a:t>
            </a:r>
            <a:r>
              <a:rPr lang="en-US" sz="1500" dirty="0">
                <a:solidFill>
                  <a:srgbClr val="E8ECF5"/>
                </a:solidFill>
                <a:latin typeface="Consolas"/>
                <a:cs typeface="Consolas"/>
              </a:rPr>
              <a:t> }</a:t>
            </a:r>
            <a:r>
              <a:rPr lang="en-US" sz="1500" dirty="0">
                <a:solidFill>
                  <a:srgbClr val="8E9DC5"/>
                </a:solidFill>
                <a:latin typeface="Consolas"/>
                <a:cs typeface="Consolas"/>
              </a:rPr>
              <a:t>   # Fabric is reachable from a hosted agent</a:t>
            </a:r>
          </a:p>
          <a:p>
            <a:pPr>
              <a:lnSpc>
                <a:spcPct val="118000"/>
              </a:lnSpc>
              <a:buNone/>
            </a:pPr>
            <a:r>
              <a:rPr lang="en-US" sz="1500" dirty="0">
                <a:solidFill>
                  <a:srgbClr val="8EC5FF"/>
                </a:solidFill>
                <a:latin typeface="Consolas"/>
                <a:cs typeface="Consolas"/>
              </a:rPr>
              <a:t>steps:</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pip install -r requirements/warehouse.txt</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dbt build --target ci</a:t>
            </a:r>
            <a:r>
              <a:rPr lang="en-US" sz="1500" dirty="0">
                <a:solidFill>
                  <a:srgbClr val="E8ECF5"/>
                </a:solidFill>
                <a:latin typeface="Consolas"/>
                <a:cs typeface="Consolas"/>
              </a:rPr>
              <a:t>   # schema ci_$(Build.BuildId)</a:t>
            </a:r>
          </a:p>
          <a:p>
            <a:pPr>
              <a:lnSpc>
                <a:spcPct val="118000"/>
              </a:lnSpc>
              <a:buNone/>
            </a:pPr>
            <a:r>
              <a:rPr lang="en-US" sz="1500" dirty="0">
                <a:solidFill>
                  <a:srgbClr val="8EC5FF"/>
                </a:solidFill>
                <a:latin typeface="Consolas"/>
                <a:cs typeface="Consolas"/>
              </a:rPr>
              <a:t>    env: </a:t>
            </a:r>
            <a:r>
              <a:rPr lang="en-US" sz="1500" dirty="0">
                <a:solidFill>
                  <a:srgbClr val="E8ECF5"/>
                </a:solidFill>
                <a:latin typeface="Consolas"/>
                <a:cs typeface="Consolas"/>
              </a:rPr>
              <a:t>{ AZURE_CLIENT_SECRET: $(AZURE_CLIENT_SECRET), … }</a:t>
            </a:r>
          </a:p>
          <a:p>
            <a:pPr>
              <a:lnSpc>
                <a:spcPct val="118000"/>
              </a:lnSpc>
              <a:buNone/>
            </a:pPr>
            <a:r>
              <a:rPr lang="en-US" sz="1500" dirty="0">
                <a:solidFill>
                  <a:srgbClr val="8EC5FF"/>
                </a:solidFill>
                <a:latin typeface="Consolas"/>
                <a:cs typeface="Consolas"/>
              </a:rPr>
              <a:t>  - publish: </a:t>
            </a:r>
            <a:r>
              <a:rPr lang="en-US" sz="1500" dirty="0">
                <a:solidFill>
                  <a:srgbClr val="E8ECF5"/>
                </a:solidFill>
                <a:latin typeface="Consolas"/>
                <a:cs typeface="Consolas"/>
              </a:rPr>
              <a:t>jaffle_shop/target</a:t>
            </a:r>
            <a:r>
              <a:rPr lang="en-US" sz="1500" dirty="0">
                <a:solidFill>
                  <a:srgbClr val="8E9DC5"/>
                </a:solidFill>
                <a:latin typeface="Consolas"/>
                <a:cs typeface="Consolas"/>
              </a:rPr>
              <a:t>   # manifest.json, run_results.json</a:t>
            </a:r>
          </a:p>
          <a:p>
            <a:pPr>
              <a:lnSpc>
                <a:spcPct val="118000"/>
              </a:lnSpc>
              <a:buNone/>
            </a:pPr>
            <a:r>
              <a:rPr lang="en-US" sz="1500" dirty="0">
                <a:solidFill>
                  <a:srgbClr val="8E9DC5"/>
                </a:solidFill>
                <a:latin typeface="Consolas"/>
                <a:cs typeface="Consolas"/>
              </a:rPr>
              <a:t># exit code ≠ 0 fails the stage — nothing downstream runs</a:t>
            </a:r>
          </a:p>
        </p:txBody>
      </p:sp>
      <p:sp>
        <p:nvSpPr>
          <p:cNvPr id="112" name="Shape 112"/>
          <p:cNvSpPr/>
          <p:nvPr/>
        </p:nvSpPr>
        <p:spPr>
          <a:xfrm>
            <a:off x="9398000" y="3759200"/>
            <a:ext cx="80518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SMALL OPERATIONAL DEFAULTS THAT ARE ENOUGH TO START</a:t>
            </a:r>
          </a:p>
        </p:txBody>
      </p:sp>
      <p:sp>
        <p:nvSpPr>
          <p:cNvPr id="113" name="Shape 113"/>
          <p:cNvSpPr/>
          <p:nvPr/>
        </p:nvSpPr>
        <p:spPr>
          <a:xfrm>
            <a:off x="9398000" y="4089400"/>
            <a:ext cx="8051800" cy="2489200"/>
          </a:xfrm>
          <a:prstGeom prst="rect">
            <a:avLst/>
          </a:prstGeom>
          <a:noFill/>
          <a:ln>
            <a:noFill/>
          </a:ln>
        </p:spPr>
        <p:txBody>
          <a:bodyPr wrap="square" lIns="0" tIns="0" rIns="0" bIns="0" anchor="t">
            <a:normAutofit/>
          </a:bodyPr>
          <a:lstStyle/>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Pinned dependencies from a rehearsed lock file</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service identity: least-privilege read on inputs, write on the target</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unique target per developer and per CI run — a Git branch does not create a schema</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Alerts on non-zero exit; artifacts retained per run for diagnosis</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An explicit publish step — a green build is not a release</a:t>
            </a:r>
          </a:p>
        </p:txBody>
      </p:sp>
      <p:sp>
        <p:nvSpPr>
          <p:cNvPr id="120" name="Shape 120"/>
          <p:cNvSpPr/>
          <p:nvPr/>
        </p:nvSpPr>
        <p:spPr>
          <a:xfrm>
            <a:off x="838200" y="68580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WHERE THE JOB CAN LIVE — FOUR HOSTS, ONE COMMAND</a:t>
            </a:r>
          </a:p>
        </p:txBody>
      </p:sp>
      <p:sp>
        <p:nvSpPr>
          <p:cNvPr id="130" name="Shape 130"/>
          <p:cNvSpPr/>
          <p:nvPr/>
        </p:nvSpPr>
        <p:spPr>
          <a:xfrm>
            <a:off x="8382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1" name="Shape 131"/>
          <p:cNvSpPr/>
          <p:nvPr/>
        </p:nvSpPr>
        <p:spPr>
          <a:xfrm>
            <a:off x="8382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2" name="Shape 132"/>
          <p:cNvSpPr/>
          <p:nvPr/>
        </p:nvSpPr>
        <p:spPr>
          <a:xfrm>
            <a:off x="10160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Azure DevOps / GitHub agent</a:t>
            </a:r>
          </a:p>
          <a:p>
            <a:pPr>
              <a:lnSpc>
                <a:spcPct val="104000"/>
              </a:lnSpc>
              <a:spcBef>
                <a:spcPts val="400"/>
              </a:spcBef>
              <a:buNone/>
            </a:pPr>
            <a:r>
              <a:rPr lang="en-US" sz="1500" dirty="0">
                <a:solidFill>
                  <a:srgbClr val="364750"/>
                </a:solidFill>
                <a:latin typeface="Frutiger"/>
                <a:cs typeface="Frutiger"/>
              </a:rPr>
              <a:t>A hosted agent reaches Fabric; a self-hosted agent only when the target is on-prem. Service principal identity, secrets from the pipeline library.</a:t>
            </a:r>
          </a:p>
        </p:txBody>
      </p:sp>
      <p:sp>
        <p:nvSpPr>
          <p:cNvPr id="4" name="Shape 132"/>
          <p:cNvSpPr/>
          <p:nvPr/>
        </p:nvSpPr>
        <p:spPr>
          <a:xfrm>
            <a:off x="5067300" y="7188200"/>
            <a:ext cx="3924300" cy="1905000"/>
          </a:xfrm>
          <a:prstGeom prst="rect">
            <a:avLst/>
          </a:prstGeom>
          <a:solidFill>
            <a:srgbClr val="FFFFFF"/>
          </a:solidFill>
          <a:ln w="19050">
            <a:solidFill>
              <a:srgbClr val="E40046"/>
            </a:solidFill>
          </a:ln>
        </p:spPr>
        <p:txBody>
          <a:bodyPr wrap="square" lIns="101600" tIns="101600" rIns="101600" bIns="101600" anchor="t">
            <a:normAutofit/>
          </a:bodyPr>
          <a:lstStyle/>
          <a:p>
            <a:endParaRPr lang="en-US"/>
          </a:p>
        </p:txBody>
      </p:sp>
      <p:sp>
        <p:nvSpPr>
          <p:cNvPr id="133" name="Shape 133"/>
          <p:cNvSpPr/>
          <p:nvPr/>
        </p:nvSpPr>
        <p:spPr>
          <a:xfrm>
            <a:off x="5067300" y="7188200"/>
            <a:ext cx="3924300" cy="635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4" name="Shape 134"/>
          <p:cNvSpPr/>
          <p:nvPr/>
        </p:nvSpPr>
        <p:spPr>
          <a:xfrm>
            <a:off x="52451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dbt job (preview)</a:t>
            </a:r>
          </a:p>
          <a:p>
            <a:pPr>
              <a:lnSpc>
                <a:spcPct val="104000"/>
              </a:lnSpc>
              <a:spcBef>
                <a:spcPts val="400"/>
              </a:spcBef>
              <a:buNone/>
            </a:pPr>
            <a:r>
              <a:rPr lang="en-US" sz="1500" dirty="0">
                <a:solidFill>
                  <a:srgbClr val="364750"/>
                </a:solidFill>
                <a:latin typeface="Frutiger"/>
                <a:cs typeface="Frutiger"/>
              </a:rPr>
              <a:t>A native workspace item: managed runtime, built-in schedule, run history in the monitoring hub. Pulls the project from GitHub on every run. See next slide.</a:t>
            </a:r>
          </a:p>
        </p:txBody>
      </p:sp>
      <p:sp>
        <p:nvSpPr>
          <p:cNvPr id="7" name="Shape 134"/>
          <p:cNvSpPr/>
          <p:nvPr/>
        </p:nvSpPr>
        <p:spPr>
          <a:xfrm>
            <a:off x="92964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5" name="Shape 135"/>
          <p:cNvSpPr/>
          <p:nvPr/>
        </p:nvSpPr>
        <p:spPr>
          <a:xfrm>
            <a:off x="92964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6" name="Shape 136"/>
          <p:cNvSpPr/>
          <p:nvPr/>
        </p:nvSpPr>
        <p:spPr>
          <a:xfrm>
            <a:off x="94742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notebook</a:t>
            </a:r>
          </a:p>
          <a:p>
            <a:pPr>
              <a:lnSpc>
                <a:spcPct val="104000"/>
              </a:lnSpc>
              <a:spcBef>
                <a:spcPts val="400"/>
              </a:spcBef>
              <a:buNone/>
            </a:pPr>
            <a:r>
              <a:rPr lang="en-US" sz="1500" dirty="0">
                <a:solidFill>
                  <a:srgbClr val="364750"/>
                </a:solidFill>
                <a:latin typeface="Frutiger"/>
                <a:cs typeface="Frutiger"/>
              </a:rPr>
              <a:t>A Python notebook runs the same project: notebookutils auth for the Warehouse, fabric_notebook for the Lakehouse (own Livy session), an access token for the SQL database.</a:t>
            </a:r>
          </a:p>
        </p:txBody>
      </p:sp>
      <p:sp>
        <p:nvSpPr>
          <p:cNvPr id="8" name="Shape 136"/>
          <p:cNvSpPr/>
          <p:nvPr/>
        </p:nvSpPr>
        <p:spPr>
          <a:xfrm>
            <a:off x="135255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7" name="Shape 137"/>
          <p:cNvSpPr/>
          <p:nvPr/>
        </p:nvSpPr>
        <p:spPr>
          <a:xfrm>
            <a:off x="135255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8" name="Shape 138"/>
          <p:cNvSpPr/>
          <p:nvPr/>
        </p:nvSpPr>
        <p:spPr>
          <a:xfrm>
            <a:off x="137033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Container or orchestrator</a:t>
            </a:r>
          </a:p>
          <a:p>
            <a:pPr>
              <a:lnSpc>
                <a:spcPct val="104000"/>
              </a:lnSpc>
              <a:spcBef>
                <a:spcPts val="400"/>
              </a:spcBef>
              <a:buNone/>
            </a:pPr>
            <a:r>
              <a:rPr lang="en-US" sz="1500" dirty="0">
                <a:solidFill>
                  <a:srgbClr val="364750"/>
                </a:solidFill>
                <a:latin typeface="Frutiger"/>
                <a:cs typeface="Frutiger"/>
              </a:rPr>
              <a:t>Airflow, a scheduled container or a cron job: any host with Python, the adapter and network access can run the same dbt build.</a:t>
            </a:r>
          </a:p>
        </p:txBody>
      </p:sp>
    </p:spTree>
    <p:extLst>
      <p:ext uri="{BB962C8B-B14F-4D97-AF65-F5344CB8AC3E}">
        <p14:creationId xmlns:p14="http://schemas.microsoft.com/office/powerpoint/2010/main" val="824494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OPTIONS  ·  FABRIC-NATIVE</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The Fabric dbt job: dbt without the plumbing</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24</a:t>
            </a:r>
            <a:endParaRPr sz="1801"/>
          </a:p>
        </p:txBody>
      </p:sp>
      <p:sp>
        <p:nvSpPr>
          <p:cNvPr id="100" name="Shape 100"/>
          <p:cNvSpPr/>
          <p:nvPr/>
        </p:nvSpPr>
        <p:spPr>
          <a:xfrm>
            <a:off x="838200" y="23114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WHAT IT IS  ·  PUBLIC PREVIEW, TENANT ADMIN MUST ENABLE IT</a:t>
            </a:r>
          </a:p>
        </p:txBody>
      </p:sp>
      <p:sp>
        <p:nvSpPr>
          <p:cNvPr id="101" name="Shape 101"/>
          <p:cNvSpPr/>
          <p:nvPr/>
        </p:nvSpPr>
        <p:spPr>
          <a:xfrm>
            <a:off x="8382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New item → dbt job</a:t>
            </a:r>
          </a:p>
          <a:p>
            <a:pPr>
              <a:spcBef>
                <a:spcPts val="100"/>
              </a:spcBef>
              <a:buNone/>
            </a:pPr>
            <a:r>
              <a:rPr lang="en-US" sz="1500" dirty="0">
                <a:solidFill>
                  <a:srgbClr val="364750"/>
                </a:solidFill>
                <a:latin typeface="Frutiger"/>
                <a:cs typeface="Frutiger"/>
              </a:rPr>
              <a:t>in the workspace, under Prepare Data</a:t>
            </a:r>
          </a:p>
        </p:txBody>
      </p:sp>
      <p:sp>
        <p:nvSpPr>
          <p:cNvPr id="102" name="Shape 102"/>
          <p:cNvSpPr/>
          <p:nvPr/>
        </p:nvSpPr>
        <p:spPr>
          <a:xfrm>
            <a:off x="50800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Bring the project</a:t>
            </a:r>
          </a:p>
          <a:p>
            <a:pPr>
              <a:spcBef>
                <a:spcPts val="100"/>
              </a:spcBef>
              <a:buNone/>
            </a:pPr>
            <a:r>
              <a:rPr lang="en-US" sz="1500" dirty="0">
                <a:solidFill>
                  <a:srgbClr val="364750"/>
                </a:solidFill>
                <a:latin typeface="Frutiger"/>
                <a:cs typeface="Frutiger"/>
              </a:rPr>
              <a:t>upload files, start from the sample, or connect a GitHub repo</a:t>
            </a:r>
          </a:p>
        </p:txBody>
      </p:sp>
      <p:sp>
        <p:nvSpPr>
          <p:cNvPr id="103" name="Shape 103"/>
          <p:cNvSpPr/>
          <p:nvPr/>
        </p:nvSpPr>
        <p:spPr>
          <a:xfrm>
            <a:off x="93218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Pick the connection</a:t>
            </a:r>
          </a:p>
          <a:p>
            <a:pPr>
              <a:spcBef>
                <a:spcPts val="100"/>
              </a:spcBef>
              <a:buNone/>
            </a:pPr>
            <a:r>
              <a:rPr lang="en-US" sz="1500" dirty="0">
                <a:solidFill>
                  <a:srgbClr val="364750"/>
                </a:solidFill>
                <a:latin typeface="Frutiger"/>
                <a:cs typeface="Frutiger"/>
              </a:rPr>
              <a:t>Warehouse · Lakehouse · Azure SQL · Snowflake · PostgreSQL</a:t>
            </a:r>
          </a:p>
        </p:txBody>
      </p:sp>
      <p:sp>
        <p:nvSpPr>
          <p:cNvPr id="104" name="Shape 104"/>
          <p:cNvSpPr/>
          <p:nvPr/>
        </p:nvSpPr>
        <p:spPr>
          <a:xfrm>
            <a:off x="13563600" y="2641600"/>
            <a:ext cx="3886200" cy="914400"/>
          </a:xfrm>
          <a:prstGeom prst="homePlate">
            <a:avLst>
              <a:gd name="adj" fmla="val 20000"/>
            </a:avLst>
          </a:prstGeom>
          <a:solidFill>
            <a:srgbClr val="001F6B"/>
          </a:solidFill>
          <a:ln>
            <a:noFill/>
          </a:ln>
        </p:spPr>
        <p:txBody>
          <a:bodyPr wrap="square" lIns="203200" tIns="25400" rIns="355600" bIns="25400" anchor="ctr">
            <a:normAutofit/>
          </a:bodyPr>
          <a:lstStyle/>
          <a:p>
            <a:pPr>
              <a:buNone/>
            </a:pPr>
            <a:r>
              <a:rPr lang="en-US" sz="1700" b="1" dirty="0">
                <a:solidFill>
                  <a:srgbClr val="FFFFFF"/>
                </a:solidFill>
                <a:latin typeface="Frutiger"/>
                <a:cs typeface="Frutiger"/>
              </a:rPr>
              <a:t>Run or schedule</a:t>
            </a:r>
          </a:p>
          <a:p>
            <a:pPr>
              <a:spcBef>
                <a:spcPts val="100"/>
              </a:spcBef>
              <a:buNone/>
            </a:pPr>
            <a:r>
              <a:rPr lang="en-US" sz="1500" dirty="0">
                <a:solidFill>
                  <a:srgbClr val="FFFFFF"/>
                </a:solidFill>
                <a:latin typeface="Frutiger"/>
                <a:cs typeface="Frutiger"/>
              </a:rPr>
              <a:t>from the UI; logs and artifacts land in OneLake</a:t>
            </a:r>
          </a:p>
        </p:txBody>
      </p:sp>
      <p:sp>
        <p:nvSpPr>
          <p:cNvPr id="106" name="Shape 106"/>
          <p:cNvSpPr/>
          <p:nvPr/>
        </p:nvSpPr>
        <p:spPr>
          <a:xfrm>
            <a:off x="838200" y="3657600"/>
            <a:ext cx="16611600" cy="381000"/>
          </a:xfrm>
          <a:prstGeom prst="rect">
            <a:avLst/>
          </a:prstGeom>
          <a:noFill/>
          <a:ln>
            <a:noFill/>
          </a:ln>
        </p:spPr>
        <p:txBody>
          <a:bodyPr wrap="square" lIns="0" tIns="0" rIns="0" bIns="0" anchor="t">
            <a:normAutofit/>
          </a:bodyPr>
          <a:lstStyle/>
          <a:p>
            <a:pPr>
              <a:buNone/>
            </a:pPr>
            <a:r>
              <a:rPr lang="en-US" sz="1700" b="1" dirty="0">
                <a:solidFill>
                  <a:srgbClr val="001F6B"/>
                </a:solidFill>
                <a:latin typeface="Frutiger"/>
                <a:cs typeface="Frutiger"/>
              </a:rPr>
              <a:t>Same dbt Core project, same commands. </a:t>
            </a:r>
            <a:r>
              <a:rPr lang="en-US" sz="1700" dirty="0">
                <a:solidFill>
                  <a:srgbClr val="364750"/>
                </a:solidFill>
                <a:latin typeface="Frutiger"/>
                <a:cs typeface="Frutiger"/>
              </a:rPr>
              <a:t>Microsoft hosts the runtime (v1.0 = dbt Core 1.11 + pinned adapters: dbt-fabric 1.10, dbt-fabricspark 1.12, dbt-sqlserver 1.9) — you stop owning Python environments, agents and cron.</a:t>
            </a:r>
          </a:p>
        </p:txBody>
      </p:sp>
      <p:sp>
        <p:nvSpPr>
          <p:cNvPr id="120" name="Shape 120"/>
          <p:cNvSpPr/>
          <p:nvPr/>
        </p:nvSpPr>
        <p:spPr>
          <a:xfrm>
            <a:off x="8382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838200" y="4191000"/>
            <a:ext cx="8255000" cy="533400"/>
          </a:xfrm>
          <a:prstGeom prst="rect">
            <a:avLst/>
          </a:prstGeom>
          <a:solidFill>
            <a:srgbClr val="E6F5EC"/>
          </a:solidFill>
          <a:ln>
            <a:noFill/>
          </a:ln>
        </p:spPr>
        <p:txBody>
          <a:bodyPr wrap="square" lIns="203200" tIns="25400" rIns="203200" bIns="25400" anchor="ctr">
            <a:normAutofit/>
          </a:bodyPr>
          <a:lstStyle/>
          <a:p>
            <a:pPr>
              <a:buNone/>
            </a:pPr>
            <a:r>
              <a:rPr lang="en-US" sz="1900" b="1" dirty="0">
                <a:solidFill>
                  <a:srgbClr val="1E8E5A"/>
                </a:solidFill>
                <a:latin typeface="Frutiger"/>
                <a:cs typeface="Frutiger"/>
              </a:rPr>
              <a:t>Advantages</a:t>
            </a:r>
          </a:p>
        </p:txBody>
      </p:sp>
      <p:sp>
        <p:nvSpPr>
          <p:cNvPr id="122" name="Shape 122"/>
          <p:cNvSpPr/>
          <p:nvPr/>
        </p:nvSpPr>
        <p:spPr>
          <a:xfrm>
            <a:off x="10160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3" name="Shape 123"/>
          <p:cNvSpPr/>
          <p:nvPr/>
        </p:nvSpPr>
        <p:spPr>
          <a:xfrm>
            <a:off x="13970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Nothing to install or patch — the managed runtime replaces venvs, lock files and build agents</a:t>
            </a:r>
          </a:p>
        </p:txBody>
      </p:sp>
      <p:sp>
        <p:nvSpPr>
          <p:cNvPr id="124" name="Shape 124"/>
          <p:cNvSpPr/>
          <p:nvPr/>
        </p:nvSpPr>
        <p:spPr>
          <a:xfrm>
            <a:off x="10160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5" name="Shape 125"/>
          <p:cNvSpPr/>
          <p:nvPr/>
        </p:nvSpPr>
        <p:spPr>
          <a:xfrm>
            <a:off x="13970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Scheduling, run history and alerts in the Fabric monitoring hub you already use</a:t>
            </a:r>
          </a:p>
        </p:txBody>
      </p:sp>
      <p:sp>
        <p:nvSpPr>
          <p:cNvPr id="126" name="Shape 126"/>
          <p:cNvSpPr/>
          <p:nvPr/>
        </p:nvSpPr>
        <p:spPr>
          <a:xfrm>
            <a:off x="10160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7" name="Shape 127"/>
          <p:cNvSpPr/>
          <p:nvPr/>
        </p:nvSpPr>
        <p:spPr>
          <a:xfrm>
            <a:off x="13970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Runs under Fabric identity and workspace permissions; no separate secret store</a:t>
            </a:r>
          </a:p>
        </p:txBody>
      </p:sp>
      <p:sp>
        <p:nvSpPr>
          <p:cNvPr id="128" name="Shape 128"/>
          <p:cNvSpPr/>
          <p:nvPr/>
        </p:nvSpPr>
        <p:spPr>
          <a:xfrm>
            <a:off x="10160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9" name="Shape 129"/>
          <p:cNvSpPr/>
          <p:nvPr/>
        </p:nvSpPr>
        <p:spPr>
          <a:xfrm>
            <a:off x="13970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Lives in the workspace and runs as a Data Factory pipeline activity — “ingest, then transform” in one pipeline</a:t>
            </a:r>
          </a:p>
        </p:txBody>
      </p:sp>
      <p:sp>
        <p:nvSpPr>
          <p:cNvPr id="130" name="Shape 130"/>
          <p:cNvSpPr/>
          <p:nvPr/>
        </p:nvSpPr>
        <p:spPr>
          <a:xfrm>
            <a:off x="10160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1" name="Shape 131"/>
          <p:cNvSpPr/>
          <p:nvPr/>
        </p:nvSpPr>
        <p:spPr>
          <a:xfrm>
            <a:off x="13970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Sits inside Fabric CI/CD (Git integration, deployment pipelines)</a:t>
            </a:r>
          </a:p>
        </p:txBody>
      </p:sp>
      <p:sp>
        <p:nvSpPr>
          <p:cNvPr id="132" name="Shape 132"/>
          <p:cNvSpPr/>
          <p:nvPr/>
        </p:nvSpPr>
        <p:spPr>
          <a:xfrm>
            <a:off x="10160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3" name="Shape 133"/>
          <p:cNvSpPr/>
          <p:nvPr/>
        </p:nvSpPr>
        <p:spPr>
          <a:xfrm>
            <a:off x="13970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Packages such as dbt_utils install from packages.yml at run time</a:t>
            </a:r>
          </a:p>
        </p:txBody>
      </p:sp>
      <p:sp>
        <p:nvSpPr>
          <p:cNvPr id="140" name="Shape 140"/>
          <p:cNvSpPr/>
          <p:nvPr/>
        </p:nvSpPr>
        <p:spPr>
          <a:xfrm>
            <a:off x="91948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9194800" y="4191000"/>
            <a:ext cx="8255000" cy="533400"/>
          </a:xfrm>
          <a:prstGeom prst="rect">
            <a:avLst/>
          </a:prstGeom>
          <a:solidFill>
            <a:srgbClr val="FFF4DC"/>
          </a:solidFill>
          <a:ln>
            <a:noFill/>
          </a:ln>
        </p:spPr>
        <p:txBody>
          <a:bodyPr wrap="square" lIns="203200" tIns="25400" rIns="203200" bIns="25400" anchor="ctr">
            <a:normAutofit/>
          </a:bodyPr>
          <a:lstStyle/>
          <a:p>
            <a:pPr>
              <a:buNone/>
            </a:pPr>
            <a:r>
              <a:rPr lang="en-US" sz="1900" b="1" dirty="0">
                <a:solidFill>
                  <a:srgbClr val="B7791F"/>
                </a:solidFill>
                <a:latin typeface="Frutiger"/>
                <a:cs typeface="Frutiger"/>
              </a:rPr>
              <a:t>Trade-offs</a:t>
            </a:r>
          </a:p>
        </p:txBody>
      </p:sp>
      <p:sp>
        <p:nvSpPr>
          <p:cNvPr id="142" name="Shape 142"/>
          <p:cNvSpPr/>
          <p:nvPr/>
        </p:nvSpPr>
        <p:spPr>
          <a:xfrm>
            <a:off x="93726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3" name="Shape 143"/>
          <p:cNvSpPr/>
          <p:nvPr/>
        </p:nvSpPr>
        <p:spPr>
          <a:xfrm>
            <a:off x="97536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Preview: features, limits and adapter list are still moving — re-check before committing</a:t>
            </a:r>
          </a:p>
        </p:txBody>
      </p:sp>
      <p:sp>
        <p:nvSpPr>
          <p:cNvPr id="144" name="Shape 144"/>
          <p:cNvSpPr/>
          <p:nvPr/>
        </p:nvSpPr>
        <p:spPr>
          <a:xfrm>
            <a:off x="93726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5" name="Shape 145"/>
          <p:cNvSpPr/>
          <p:nvPr/>
        </p:nvSpPr>
        <p:spPr>
          <a:xfrm>
            <a:off x="97536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Warehouse, Lakehouse, Azure SQL, Snowflake, PostgreSQL today; on-prem SQL Server is not a target; Fabric SQL database only via the Azure SQL adapter</a:t>
            </a:r>
          </a:p>
        </p:txBody>
      </p:sp>
      <p:sp>
        <p:nvSpPr>
          <p:cNvPr id="146" name="Shape 146"/>
          <p:cNvSpPr/>
          <p:nvPr/>
        </p:nvSpPr>
        <p:spPr>
          <a:xfrm>
            <a:off x="93726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7" name="Shape 147"/>
          <p:cNvSpPr/>
          <p:nvPr/>
        </p:nvSpPr>
        <p:spPr>
          <a:xfrm>
            <a:off x="97536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 build caching or state: every run compiles fresh — no state:modified+ or --defer for selective CI</a:t>
            </a:r>
          </a:p>
        </p:txBody>
      </p:sp>
      <p:sp>
        <p:nvSpPr>
          <p:cNvPr id="148" name="Shape 148"/>
          <p:cNvSpPr/>
          <p:nvPr/>
        </p:nvSpPr>
        <p:spPr>
          <a:xfrm>
            <a:off x="93726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9" name="Shape 149"/>
          <p:cNvSpPr/>
          <p:nvPr/>
        </p:nvSpPr>
        <p:spPr>
          <a:xfrm>
            <a:off x="97536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Docs are generated to OneLake but not rendered in Fabric yet; download and dbt docs serve</a:t>
            </a:r>
          </a:p>
        </p:txBody>
      </p:sp>
      <p:sp>
        <p:nvSpPr>
          <p:cNvPr id="150" name="Shape 150"/>
          <p:cNvSpPr/>
          <p:nvPr/>
        </p:nvSpPr>
        <p:spPr>
          <a:xfrm>
            <a:off x="93726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1" name="Shape 151"/>
          <p:cNvSpPr/>
          <p:nvPr/>
        </p:nvSpPr>
        <p:spPr>
          <a:xfrm>
            <a:off x="97536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GitHub is the only external code source today (classic PAT, read-only in the UI) — Azure DevOps repos are not yet supported</a:t>
            </a:r>
          </a:p>
        </p:txBody>
      </p:sp>
      <p:sp>
        <p:nvSpPr>
          <p:cNvPr id="152" name="Shape 152"/>
          <p:cNvSpPr/>
          <p:nvPr/>
        </p:nvSpPr>
        <p:spPr>
          <a:xfrm>
            <a:off x="93726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3" name="Shape 153"/>
          <p:cNvSpPr/>
          <p:nvPr/>
        </p:nvSpPr>
        <p:spPr>
          <a:xfrm>
            <a:off x="97536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Pinned to the runtime’s Core and adapter versions — you don’t choose when to upgrade</a:t>
            </a:r>
          </a:p>
        </p:txBody>
      </p:sp>
      <p:sp>
        <p:nvSpPr>
          <p:cNvPr id="160" name="Shape 160"/>
          <p:cNvSpPr/>
          <p:nvPr/>
        </p:nvSpPr>
        <p:spPr>
          <a:xfrm>
            <a:off x="838200" y="8382000"/>
            <a:ext cx="16611600" cy="787400"/>
          </a:xfrm>
          <a:prstGeom prst="rect">
            <a:avLst/>
          </a:prstGeom>
          <a:solidFill>
            <a:srgbClr val="F4F6FA"/>
          </a:solidFill>
          <a:ln>
            <a:noFill/>
          </a:ln>
        </p:spPr>
        <p:txBody>
          <a:bodyPr wrap="square" lIns="228600" tIns="50800" rIns="228600" bIns="50800" anchor="ctr">
            <a:normAutofit/>
          </a:bodyPr>
          <a:lstStyle/>
          <a:p>
            <a:pPr>
              <a:buNone/>
            </a:pPr>
            <a:r>
              <a:rPr lang="en-US" sz="1700" b="1" dirty="0">
                <a:solidFill>
                  <a:srgbClr val="001F6B"/>
                </a:solidFill>
                <a:latin typeface="Frutiger"/>
                <a:cs typeface="Frutiger"/>
              </a:rPr>
              <a:t>Where it fits today:  </a:t>
            </a:r>
            <a:r>
              <a:rPr lang="en-US" sz="1700" dirty="0">
                <a:solidFill>
                  <a:srgbClr val="364750"/>
                </a:solidFill>
                <a:latin typeface="Frutiger"/>
                <a:cs typeface="Frutiger"/>
              </a:rPr>
              <a:t>the easiest production host for a Warehouse- or Lakehouse-targeted project, and the lowest-friction way for a Power BI team to try dbt. Keep an external runner for on-prem SQL Server, state-based CI, or when the code lives in Azure DevOps.</a:t>
            </a:r>
          </a:p>
        </p:txBody>
      </p:sp>
    </p:spTree>
    <p:extLst>
      <p:ext uri="{BB962C8B-B14F-4D97-AF65-F5344CB8AC3E}">
        <p14:creationId xmlns:p14="http://schemas.microsoft.com/office/powerpoint/2010/main" val="1726360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 PRACTICAL FIRST STEP</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Start with one mart</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25</a:t>
            </a:r>
            <a:endParaRPr sz="1801"/>
          </a:p>
        </p:txBody>
      </p:sp>
      <p:cxnSp>
        <p:nvCxnSpPr>
          <p:cNvPr id="100" name="Line 100"/>
          <p:cNvCxnSpPr/>
          <p:nvPr/>
        </p:nvCxnSpPr>
        <p:spPr>
          <a:xfrm>
            <a:off x="2499360" y="2895600"/>
            <a:ext cx="13289280" cy="0"/>
          </a:xfrm>
          <a:prstGeom prst="line">
            <a:avLst/>
          </a:prstGeom>
          <a:ln w="38100">
            <a:solidFill>
              <a:srgbClr val="8E9DC5"/>
            </a:solidFill>
          </a:ln>
        </p:spPr>
      </p:cxnSp>
      <p:sp>
        <p:nvSpPr>
          <p:cNvPr id="101" name="Shape 101"/>
          <p:cNvSpPr/>
          <p:nvPr/>
        </p:nvSpPr>
        <p:spPr>
          <a:xfrm>
            <a:off x="2219960" y="2616200"/>
            <a:ext cx="558800" cy="558800"/>
          </a:xfrm>
          <a:prstGeom prst="ellipse">
            <a:avLst/>
          </a:prstGeom>
          <a:solidFill>
            <a:srgbClr val="E40046"/>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1</a:t>
            </a:r>
          </a:p>
        </p:txBody>
      </p:sp>
      <p:sp>
        <p:nvSpPr>
          <p:cNvPr id="102" name="Shape 102"/>
          <p:cNvSpPr/>
          <p:nvPr/>
        </p:nvSpPr>
        <p:spPr>
          <a:xfrm>
            <a:off x="93980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Pick one painful transformation</a:t>
            </a:r>
          </a:p>
          <a:p>
            <a:pPr algn="ctr">
              <a:lnSpc>
                <a:spcPct val="105000"/>
              </a:lnSpc>
              <a:spcBef>
                <a:spcPts val="600"/>
              </a:spcBef>
              <a:buNone/>
            </a:pPr>
            <a:r>
              <a:rPr lang="en-US" sz="1800" dirty="0">
                <a:solidFill>
                  <a:srgbClr val="364750"/>
                </a:solidFill>
                <a:latin typeface="Frutiger"/>
                <a:cs typeface="Frutiger"/>
              </a:rPr>
              <a:t>A real table with a clear owner and real consumers — not a platform migration.</a:t>
            </a:r>
          </a:p>
        </p:txBody>
      </p:sp>
      <p:sp>
        <p:nvSpPr>
          <p:cNvPr id="103" name="Shape 103"/>
          <p:cNvSpPr/>
          <p:nvPr/>
        </p:nvSpPr>
        <p:spPr>
          <a:xfrm>
            <a:off x="554228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2</a:t>
            </a:r>
          </a:p>
        </p:txBody>
      </p:sp>
      <p:sp>
        <p:nvSpPr>
          <p:cNvPr id="104" name="Shape 104"/>
          <p:cNvSpPr/>
          <p:nvPr/>
        </p:nvSpPr>
        <p:spPr>
          <a:xfrm>
            <a:off x="426212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Write down the grain</a:t>
            </a:r>
          </a:p>
          <a:p>
            <a:pPr algn="ctr">
              <a:lnSpc>
                <a:spcPct val="105000"/>
              </a:lnSpc>
              <a:spcBef>
                <a:spcPts val="600"/>
              </a:spcBef>
              <a:buNone/>
            </a:pPr>
            <a:r>
              <a:rPr lang="en-US" sz="1800" dirty="0">
                <a:solidFill>
                  <a:srgbClr val="364750"/>
                </a:solidFill>
                <a:latin typeface="Frutiger"/>
                <a:cs typeface="Frutiger"/>
              </a:rPr>
              <a:t>One row per what? Which inputs? Declare them with source() or ref().</a:t>
            </a:r>
          </a:p>
        </p:txBody>
      </p:sp>
      <p:sp>
        <p:nvSpPr>
          <p:cNvPr id="105" name="Shape 105"/>
          <p:cNvSpPr/>
          <p:nvPr/>
        </p:nvSpPr>
        <p:spPr>
          <a:xfrm>
            <a:off x="886460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3</a:t>
            </a:r>
          </a:p>
        </p:txBody>
      </p:sp>
      <p:sp>
        <p:nvSpPr>
          <p:cNvPr id="106" name="Shape 106"/>
          <p:cNvSpPr/>
          <p:nvPr/>
        </p:nvSpPr>
        <p:spPr>
          <a:xfrm>
            <a:off x="758444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Move the SELECT into a model</a:t>
            </a:r>
          </a:p>
          <a:p>
            <a:pPr algn="ctr">
              <a:lnSpc>
                <a:spcPct val="105000"/>
              </a:lnSpc>
              <a:spcBef>
                <a:spcPts val="600"/>
              </a:spcBef>
              <a:buNone/>
            </a:pPr>
            <a:r>
              <a:rPr lang="en-US" sz="1800" dirty="0">
                <a:solidFill>
                  <a:srgbClr val="364750"/>
                </a:solidFill>
                <a:latin typeface="Frutiger"/>
                <a:cs typeface="Frutiger"/>
              </a:rPr>
              <a:t>Add three tests: the key is unique and not null, plus one business reconciliation.</a:t>
            </a:r>
          </a:p>
        </p:txBody>
      </p:sp>
      <p:sp>
        <p:nvSpPr>
          <p:cNvPr id="107" name="Shape 107"/>
          <p:cNvSpPr/>
          <p:nvPr/>
        </p:nvSpPr>
        <p:spPr>
          <a:xfrm>
            <a:off x="1218692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4</a:t>
            </a:r>
          </a:p>
        </p:txBody>
      </p:sp>
      <p:sp>
        <p:nvSpPr>
          <p:cNvPr id="108" name="Shape 108"/>
          <p:cNvSpPr/>
          <p:nvPr/>
        </p:nvSpPr>
        <p:spPr>
          <a:xfrm>
            <a:off x="1090676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Describe it for the next person</a:t>
            </a:r>
          </a:p>
          <a:p>
            <a:pPr algn="ctr">
              <a:lnSpc>
                <a:spcPct val="105000"/>
              </a:lnSpc>
              <a:spcBef>
                <a:spcPts val="600"/>
              </a:spcBef>
              <a:buNone/>
            </a:pPr>
            <a:r>
              <a:rPr lang="en-US" sz="1800" dirty="0">
                <a:solidFill>
                  <a:srgbClr val="364750"/>
                </a:solidFill>
                <a:latin typeface="Frutiger"/>
                <a:cs typeface="Frutiger"/>
              </a:rPr>
              <a:t>Grain, inclusion rules, units, refresh expectations — in the YAML next to the code.</a:t>
            </a:r>
          </a:p>
        </p:txBody>
      </p:sp>
      <p:sp>
        <p:nvSpPr>
          <p:cNvPr id="109" name="Shape 109"/>
          <p:cNvSpPr/>
          <p:nvPr/>
        </p:nvSpPr>
        <p:spPr>
          <a:xfrm>
            <a:off x="1550924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5</a:t>
            </a:r>
          </a:p>
        </p:txBody>
      </p:sp>
      <p:sp>
        <p:nvSpPr>
          <p:cNvPr id="110" name="Shape 110"/>
          <p:cNvSpPr/>
          <p:nvPr/>
        </p:nvSpPr>
        <p:spPr>
          <a:xfrm>
            <a:off x="1422908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Review it, then schedule it</a:t>
            </a:r>
          </a:p>
          <a:p>
            <a:pPr algn="ctr">
              <a:lnSpc>
                <a:spcPct val="105000"/>
              </a:lnSpc>
              <a:spcBef>
                <a:spcPts val="600"/>
              </a:spcBef>
              <a:buNone/>
            </a:pPr>
            <a:r>
              <a:rPr lang="en-US" sz="1800" dirty="0">
                <a:solidFill>
                  <a:srgbClr val="364750"/>
                </a:solidFill>
                <a:latin typeface="Frutiger"/>
                <a:cs typeface="Frutiger"/>
              </a:rPr>
              <a:t>A pull request, a CI build in an isolated target, then a job that runs after ingestion.</a:t>
            </a:r>
          </a:p>
        </p:txBody>
      </p:sp>
      <p:sp>
        <p:nvSpPr>
          <p:cNvPr id="120" name="Shape 120"/>
          <p:cNvSpPr/>
          <p:nvPr/>
        </p:nvSpPr>
        <p:spPr>
          <a:xfrm>
            <a:off x="838200" y="5537200"/>
            <a:ext cx="9652000" cy="3581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21" name="Shape 121"/>
          <p:cNvSpPr/>
          <p:nvPr/>
        </p:nvSpPr>
        <p:spPr>
          <a:xfrm>
            <a:off x="1092200" y="5715000"/>
            <a:ext cx="91440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would you start?</a:t>
            </a:r>
          </a:p>
        </p:txBody>
      </p:sp>
      <p:sp>
        <p:nvSpPr>
          <p:cNvPr id="122" name="Shape 122"/>
          <p:cNvSpPr/>
          <p:nvPr/>
        </p:nvSpPr>
        <p:spPr>
          <a:xfrm>
            <a:off x="1092200" y="63246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1346200" y="62484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Power BI developer</a:t>
            </a:r>
          </a:p>
          <a:p>
            <a:pPr>
              <a:lnSpc>
                <a:spcPct val="104000"/>
              </a:lnSpc>
              <a:spcBef>
                <a:spcPts val="200"/>
              </a:spcBef>
              <a:buNone/>
            </a:pPr>
            <a:r>
              <a:rPr lang="en-US" sz="1800" dirty="0">
                <a:solidFill>
                  <a:srgbClr val="364750"/>
                </a:solidFill>
                <a:latin typeface="Frutiger"/>
                <a:cs typeface="Frutiger"/>
              </a:rPr>
              <a:t>The mart behind your busiest report — the one you rebuild in Power Query every time the source changes.</a:t>
            </a:r>
          </a:p>
        </p:txBody>
      </p:sp>
      <p:sp>
        <p:nvSpPr>
          <p:cNvPr id="124" name="Shape 124"/>
          <p:cNvSpPr/>
          <p:nvPr/>
        </p:nvSpPr>
        <p:spPr>
          <a:xfrm>
            <a:off x="1092200" y="72390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5" name="Shape 125"/>
          <p:cNvSpPr/>
          <p:nvPr/>
        </p:nvSpPr>
        <p:spPr>
          <a:xfrm>
            <a:off x="1346200" y="7162800"/>
            <a:ext cx="8890000" cy="8382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DBA / SQL developer</a:t>
            </a:r>
          </a:p>
          <a:p>
            <a:pPr>
              <a:lnSpc>
                <a:spcPct val="104000"/>
              </a:lnSpc>
              <a:spcBef>
                <a:spcPts val="200"/>
              </a:spcBef>
              <a:buNone/>
            </a:pPr>
            <a:r>
              <a:rPr lang="en-US" sz="1800" dirty="0">
                <a:solidFill>
                  <a:srgbClr val="364750"/>
                </a:solidFill>
                <a:latin typeface="Frutiger"/>
                <a:cs typeface="Frutiger"/>
              </a:rPr>
              <a:t>The stored procedure everyone is afraid to touch. Keep the procedure; model its output first.</a:t>
            </a:r>
          </a:p>
        </p:txBody>
      </p:sp>
      <p:sp>
        <p:nvSpPr>
          <p:cNvPr id="126" name="Shape 126"/>
          <p:cNvSpPr/>
          <p:nvPr/>
        </p:nvSpPr>
        <p:spPr>
          <a:xfrm>
            <a:off x="1092200" y="8153400"/>
            <a:ext cx="76200" cy="6604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1346200" y="80772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Fabric / lakehouse team</a:t>
            </a:r>
          </a:p>
          <a:p>
            <a:pPr>
              <a:lnSpc>
                <a:spcPct val="104000"/>
              </a:lnSpc>
              <a:spcBef>
                <a:spcPts val="200"/>
              </a:spcBef>
              <a:buNone/>
            </a:pPr>
            <a:r>
              <a:rPr lang="en-US" sz="1800" dirty="0">
                <a:solidFill>
                  <a:srgbClr val="364750"/>
                </a:solidFill>
                <a:latin typeface="Frutiger"/>
                <a:cs typeface="Frutiger"/>
              </a:rPr>
              <a:t>One Gold table in a schema-enabled Lakehouse, built by dbt-fabricspark from curated Silver inputs.</a:t>
            </a:r>
          </a:p>
        </p:txBody>
      </p:sp>
      <p:sp>
        <p:nvSpPr>
          <p:cNvPr id="140" name="Shape 140"/>
          <p:cNvSpPr/>
          <p:nvPr/>
        </p:nvSpPr>
        <p:spPr>
          <a:xfrm>
            <a:off x="10795000" y="5537200"/>
            <a:ext cx="6654800" cy="3581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1049000" y="5715000"/>
            <a:ext cx="6146800" cy="381000"/>
          </a:xfrm>
          <a:prstGeom prst="rect">
            <a:avLst/>
          </a:prstGeom>
          <a:noFill/>
          <a:ln>
            <a:noFill/>
          </a:ln>
        </p:spPr>
        <p:txBody>
          <a:bodyPr wrap="square" lIns="0" tIns="0" rIns="0" bIns="0" anchor="t">
            <a:normAutofit/>
          </a:bodyPr>
          <a:lstStyle/>
          <a:p>
            <a:pPr>
              <a:buNone/>
            </a:pPr>
            <a:r>
              <a:rPr lang="en-US" sz="2100" b="1" dirty="0">
                <a:solidFill>
                  <a:srgbClr val="E40046"/>
                </a:solidFill>
                <a:latin typeface="Frutiger"/>
                <a:cs typeface="Frutiger"/>
              </a:rPr>
              <a:t>Not on day one</a:t>
            </a:r>
          </a:p>
        </p:txBody>
      </p:sp>
      <p:sp>
        <p:nvSpPr>
          <p:cNvPr id="142" name="Shape 142"/>
          <p:cNvSpPr/>
          <p:nvPr/>
        </p:nvSpPr>
        <p:spPr>
          <a:xfrm>
            <a:off x="11049000" y="6223000"/>
            <a:ext cx="6146800" cy="2768600"/>
          </a:xfrm>
          <a:prstGeom prst="rect">
            <a:avLst/>
          </a:prstGeom>
          <a:noFill/>
          <a:ln>
            <a:noFill/>
          </a:ln>
        </p:spPr>
        <p:txBody>
          <a:bodyPr wrap="square" lIns="0" tIns="0" rIns="0" bIns="0" anchor="t">
            <a:normAutofit/>
          </a:bodyPr>
          <a:lstStyle/>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Replacing every notebook and stored procedure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Incremental models and snapshots — state before you understand a plain build</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Installing adapters or creating cloud resources during a demo</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Promising that tests protect the database — they check, they don’t enforce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Cross-engine joins through ref() — one run, one target</a:t>
            </a:r>
          </a:p>
        </p:txBody>
      </p:sp>
    </p:spTree>
    <p:extLst>
      <p:ext uri="{BB962C8B-B14F-4D97-AF65-F5344CB8AC3E}">
        <p14:creationId xmlns:p14="http://schemas.microsoft.com/office/powerpoint/2010/main" val="42285355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AFTER THE BASICS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Go further — once the first mart is solid</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26</a:t>
            </a:r>
            <a:endParaRPr sz="1801"/>
          </a:p>
        </p:txBody>
      </p:sp>
      <p:sp>
        <p:nvSpPr>
          <p:cNvPr id="100" name="Shape 100"/>
          <p:cNvSpPr/>
          <p:nvPr/>
        </p:nvSpPr>
        <p:spPr>
          <a:xfrm>
            <a:off x="838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Incremental models</a:t>
            </a:r>
          </a:p>
        </p:txBody>
      </p:sp>
      <p:sp>
        <p:nvSpPr>
          <p:cNvPr id="103" name="Shape 103"/>
          <p:cNvSpPr/>
          <p:nvPr/>
        </p:nvSpPr>
        <p:spPr>
          <a:xfrm>
            <a:off x="1092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Process only new or changed rows. You define “new” — late arrivals, corrections and deletes need explicit handling. unique_key helps merge; it is not a uniqueness test.</a:t>
            </a:r>
          </a:p>
        </p:txBody>
      </p:sp>
      <p:sp>
        <p:nvSpPr>
          <p:cNvPr id="124" name="Shape 124"/>
          <p:cNvSpPr/>
          <p:nvPr/>
        </p:nvSpPr>
        <p:spPr>
          <a:xfrm>
            <a:off x="1092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materialized='incremental'</a:t>
            </a:r>
          </a:p>
        </p:txBody>
      </p:sp>
      <p:sp>
        <p:nvSpPr>
          <p:cNvPr id="104" name="Shape 104"/>
          <p:cNvSpPr/>
          <p:nvPr/>
        </p:nvSpPr>
        <p:spPr>
          <a:xfrm>
            <a:off x="6426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6426200" y="23622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6680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Snapshots</a:t>
            </a:r>
          </a:p>
        </p:txBody>
      </p:sp>
      <p:sp>
        <p:nvSpPr>
          <p:cNvPr id="107" name="Shape 107"/>
          <p:cNvSpPr/>
          <p:nvPr/>
        </p:nvSpPr>
        <p:spPr>
          <a:xfrm>
            <a:off x="6680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Record how a row looked each time dbt ran — a slowly-changing-dimension pattern. Not a backup: a change that happens and reverts between runs is never seen.</a:t>
            </a:r>
          </a:p>
        </p:txBody>
      </p:sp>
      <p:sp>
        <p:nvSpPr>
          <p:cNvPr id="128" name="Shape 128"/>
          <p:cNvSpPr/>
          <p:nvPr/>
        </p:nvSpPr>
        <p:spPr>
          <a:xfrm>
            <a:off x="6680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snapshot</a:t>
            </a:r>
          </a:p>
        </p:txBody>
      </p:sp>
      <p:sp>
        <p:nvSpPr>
          <p:cNvPr id="108" name="Shape 108"/>
          <p:cNvSpPr/>
          <p:nvPr/>
        </p:nvSpPr>
        <p:spPr>
          <a:xfrm>
            <a:off x="12014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12014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12268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Unit tests</a:t>
            </a:r>
          </a:p>
        </p:txBody>
      </p:sp>
      <p:sp>
        <p:nvSpPr>
          <p:cNvPr id="111" name="Shape 111"/>
          <p:cNvSpPr/>
          <p:nvPr/>
        </p:nvSpPr>
        <p:spPr>
          <a:xfrm>
            <a:off x="12268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Feed a model controlled input rows and assert the output — e.g. an order with one jaffle and one drink is both a food and a drink order. Confirm adapter/Core support first.</a:t>
            </a:r>
          </a:p>
        </p:txBody>
      </p:sp>
      <p:sp>
        <p:nvSpPr>
          <p:cNvPr id="132" name="Shape 132"/>
          <p:cNvSpPr/>
          <p:nvPr/>
        </p:nvSpPr>
        <p:spPr>
          <a:xfrm>
            <a:off x="12268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unit_tests: in YAML</a:t>
            </a:r>
          </a:p>
        </p:txBody>
      </p:sp>
      <p:sp>
        <p:nvSpPr>
          <p:cNvPr id="112" name="Shape 112"/>
          <p:cNvSpPr/>
          <p:nvPr/>
        </p:nvSpPr>
        <p:spPr>
          <a:xfrm>
            <a:off x="838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838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092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Sources &amp; freshness</a:t>
            </a:r>
          </a:p>
        </p:txBody>
      </p:sp>
      <p:sp>
        <p:nvSpPr>
          <p:cNvPr id="115" name="Shape 115"/>
          <p:cNvSpPr/>
          <p:nvPr/>
        </p:nvSpPr>
        <p:spPr>
          <a:xfrm>
            <a:off x="1092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Declare the tables ingestion owns with source(); document and test them; check freshness from a timestamp column. Today’s raw tables are already declared this way — a real pipeline replaces the seed.</a:t>
            </a:r>
          </a:p>
        </p:txBody>
      </p:sp>
      <p:sp>
        <p:nvSpPr>
          <p:cNvPr id="136" name="Shape 136"/>
          <p:cNvSpPr/>
          <p:nvPr/>
        </p:nvSpPr>
        <p:spPr>
          <a:xfrm>
            <a:off x="1092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source freshness</a:t>
            </a:r>
          </a:p>
        </p:txBody>
      </p:sp>
      <p:sp>
        <p:nvSpPr>
          <p:cNvPr id="116" name="Shape 116"/>
          <p:cNvSpPr/>
          <p:nvPr/>
        </p:nvSpPr>
        <p:spPr>
          <a:xfrm>
            <a:off x="6426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6426200" y="58166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6680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Packages &amp; macros</a:t>
            </a:r>
          </a:p>
        </p:txBody>
      </p:sp>
      <p:sp>
        <p:nvSpPr>
          <p:cNvPr id="119" name="Shape 119"/>
          <p:cNvSpPr/>
          <p:nvPr/>
        </p:nvSpPr>
        <p:spPr>
          <a:xfrm>
            <a:off x="6680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dbt_utils and friends add reusable tests and cross-database macros. Write your own macros for repeated SQL patterns. Every package has a support matrix.</a:t>
            </a:r>
          </a:p>
        </p:txBody>
      </p:sp>
      <p:sp>
        <p:nvSpPr>
          <p:cNvPr id="140" name="Shape 140"/>
          <p:cNvSpPr/>
          <p:nvPr/>
        </p:nvSpPr>
        <p:spPr>
          <a:xfrm>
            <a:off x="6680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packages.yml · dbt deps</a:t>
            </a:r>
          </a:p>
        </p:txBody>
      </p:sp>
      <p:sp>
        <p:nvSpPr>
          <p:cNvPr id="120" name="Shape 120"/>
          <p:cNvSpPr/>
          <p:nvPr/>
        </p:nvSpPr>
        <p:spPr>
          <a:xfrm>
            <a:off x="12014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12014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12268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State-based CI &amp; defer</a:t>
            </a:r>
          </a:p>
        </p:txBody>
      </p:sp>
      <p:sp>
        <p:nvSpPr>
          <p:cNvPr id="123" name="Shape 123"/>
          <p:cNvSpPr/>
          <p:nvPr/>
        </p:nvSpPr>
        <p:spPr>
          <a:xfrm>
            <a:off x="12268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Build only what changed against production artifacts: --select state:modified+ --defer. Faster CI once the basics are solid.</a:t>
            </a:r>
          </a:p>
        </p:txBody>
      </p:sp>
      <p:sp>
        <p:nvSpPr>
          <p:cNvPr id="144" name="Shape 144"/>
          <p:cNvSpPr/>
          <p:nvPr/>
        </p:nvSpPr>
        <p:spPr>
          <a:xfrm>
            <a:off x="12268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--state · --defer</a:t>
            </a:r>
          </a:p>
        </p:txBody>
      </p:sp>
    </p:spTree>
    <p:extLst>
      <p:ext uri="{BB962C8B-B14F-4D97-AF65-F5344CB8AC3E}">
        <p14:creationId xmlns:p14="http://schemas.microsoft.com/office/powerpoint/2010/main" val="42295644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DISCUSSION  ·  5 MINUTES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Questions</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Which of your transformations would you trust more with tests and visible dependencies?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1143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FOUR THINGS YOU CAN NOW ANSWER</a:t>
            </a:r>
          </a:p>
        </p:txBody>
      </p:sp>
      <p:sp>
        <p:nvSpPr>
          <p:cNvPr id="110" name="Shape 110"/>
          <p:cNvSpPr/>
          <p:nvPr/>
        </p:nvSpPr>
        <p:spPr>
          <a:xfrm>
            <a:off x="83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1" name="Shape 111"/>
          <p:cNvSpPr/>
          <p:nvPr/>
        </p:nvSpPr>
        <p:spPr>
          <a:xfrm>
            <a:off x="109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does the dbt process run?</a:t>
            </a:r>
          </a:p>
          <a:p>
            <a:pPr>
              <a:lnSpc>
                <a:spcPct val="104000"/>
              </a:lnSpc>
              <a:spcBef>
                <a:spcPts val="400"/>
              </a:spcBef>
              <a:buNone/>
            </a:pPr>
            <a:r>
              <a:rPr lang="en-US" sz="1800" dirty="0">
                <a:solidFill>
                  <a:srgbClr val="364750"/>
                </a:solidFill>
                <a:latin typeface="Frutiger"/>
                <a:cs typeface="Frutiger"/>
              </a:rPr>
              <a:t>On a client or runner — laptop, agent, notebook. The SQL runs in the engine.</a:t>
            </a:r>
          </a:p>
        </p:txBody>
      </p:sp>
      <p:sp>
        <p:nvSpPr>
          <p:cNvPr id="112" name="Shape 112"/>
          <p:cNvSpPr/>
          <p:nvPr/>
        </p:nvSpPr>
        <p:spPr>
          <a:xfrm>
            <a:off x="845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3" name="Shape 113"/>
          <p:cNvSpPr/>
          <p:nvPr/>
        </p:nvSpPr>
        <p:spPr>
          <a:xfrm>
            <a:off x="871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Does ref() copy data between systems?</a:t>
            </a:r>
          </a:p>
          <a:p>
            <a:pPr>
              <a:lnSpc>
                <a:spcPct val="104000"/>
              </a:lnSpc>
              <a:spcBef>
                <a:spcPts val="400"/>
              </a:spcBef>
              <a:buNone/>
            </a:pPr>
            <a:r>
              <a:rPr lang="en-US" sz="1800" dirty="0">
                <a:solidFill>
                  <a:srgbClr val="364750"/>
                </a:solidFill>
                <a:latin typeface="Frutiger"/>
                <a:cs typeface="Frutiger"/>
              </a:rPr>
              <a:t>No. It resolves to a relation name and records a dependency. One run, one target.</a:t>
            </a:r>
          </a:p>
        </p:txBody>
      </p:sp>
      <p:sp>
        <p:nvSpPr>
          <p:cNvPr id="114" name="Shape 114"/>
          <p:cNvSpPr/>
          <p:nvPr/>
        </p:nvSpPr>
        <p:spPr>
          <a:xfrm>
            <a:off x="838200" y="238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5" name="Shape 115"/>
          <p:cNvSpPr/>
          <p:nvPr/>
        </p:nvSpPr>
        <p:spPr>
          <a:xfrm>
            <a:off x="109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remains after a failing build?</a:t>
            </a:r>
          </a:p>
          <a:p>
            <a:pPr>
              <a:lnSpc>
                <a:spcPct val="104000"/>
              </a:lnSpc>
              <a:spcBef>
                <a:spcPts val="400"/>
              </a:spcBef>
              <a:buNone/>
            </a:pPr>
            <a:r>
              <a:rPr lang="en-US" sz="1800" dirty="0">
                <a:solidFill>
                  <a:srgbClr val="364750"/>
                </a:solidFill>
                <a:latin typeface="Frutiger"/>
                <a:cs typeface="Frutiger"/>
              </a:rPr>
              <a:t>Previously built objects. A failure stops downstream models; it is not a rollback.</a:t>
            </a:r>
          </a:p>
        </p:txBody>
      </p:sp>
      <p:sp>
        <p:nvSpPr>
          <p:cNvPr id="116" name="Shape 116"/>
          <p:cNvSpPr/>
          <p:nvPr/>
        </p:nvSpPr>
        <p:spPr>
          <a:xfrm>
            <a:off x="8458200" y="2387600"/>
            <a:ext cx="63500" cy="1016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7" name="Shape 117"/>
          <p:cNvSpPr/>
          <p:nvPr/>
        </p:nvSpPr>
        <p:spPr>
          <a:xfrm>
            <a:off x="871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would you test first?</a:t>
            </a:r>
          </a:p>
          <a:p>
            <a:pPr>
              <a:lnSpc>
                <a:spcPct val="104000"/>
              </a:lnSpc>
              <a:spcBef>
                <a:spcPts val="400"/>
              </a:spcBef>
              <a:buNone/>
            </a:pPr>
            <a:r>
              <a:rPr lang="en-US" sz="1800" dirty="0">
                <a:solidFill>
                  <a:srgbClr val="364750"/>
                </a:solidFill>
                <a:latin typeface="Frutiger"/>
                <a:cs typeface="Frutiger"/>
              </a:rPr>
              <a:t>The key of the grain (unique, not_null) and one business reconciliation.</a:t>
            </a:r>
          </a:p>
        </p:txBody>
      </p:sp>
    </p:spTree>
    <p:extLst>
      <p:ext uri="{BB962C8B-B14F-4D97-AF65-F5344CB8AC3E}">
        <p14:creationId xmlns:p14="http://schemas.microsoft.com/office/powerpoint/2010/main" val="26878565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REFERENCE LINKS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Keep learning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a:solidFill>
                  <a:srgbClr val="667780"/>
                </a:solidFill>
                <a:latin typeface="Frutiger"/>
                <a:ea typeface="Frutiger"/>
                <a:cs typeface="Frutiger"/>
              </a:rPr>
              <a:t>Getting started with dbt</a:t>
            </a:r>
            <a:endParaRPr sz="1801"/>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28</a:t>
            </a:r>
            <a:endParaRPr sz="1801"/>
          </a:p>
        </p:txBody>
      </p:sp>
      <p:graphicFrame>
        <p:nvGraphicFramePr>
          <p:cNvPr id="100" name="Table 100"/>
          <p:cNvGraphicFramePr>
            <a:graphicFrameLocks noGrp="1"/>
          </p:cNvGraphicFramePr>
          <p:nvPr/>
        </p:nvGraphicFramePr>
        <p:xfrm>
          <a:off x="838200" y="2362200"/>
          <a:ext cx="16611600" cy="5410200"/>
        </p:xfrm>
        <a:graphic>
          <a:graphicData uri="http://schemas.openxmlformats.org/drawingml/2006/table">
            <a:tbl>
              <a:tblPr/>
              <a:tblGrid>
                <a:gridCol w="5588000">
                  <a:extLst>
                    <a:ext uri="{9D8B030D-6E8A-4147-A177-3AD203B41FA5}">
                      <a16:colId xmlns:a16="http://schemas.microsoft.com/office/drawing/2014/main" val="20000"/>
                    </a:ext>
                  </a:extLst>
                </a:gridCol>
                <a:gridCol w="11023600">
                  <a:extLst>
                    <a:ext uri="{9D8B030D-6E8A-4147-A177-3AD203B41FA5}">
                      <a16:colId xmlns:a16="http://schemas.microsoft.com/office/drawing/2014/main" val="20001"/>
                    </a:ext>
                  </a:extLst>
                </a:gridCol>
              </a:tblGrid>
              <a:tr h="533400">
                <a:tc>
                  <a:txBody>
                    <a:bodyPr/>
                    <a:lstStyle/>
                    <a:p>
                      <a:pPr algn="l">
                        <a:buNone/>
                      </a:pPr>
                      <a:r>
                        <a:rPr lang="en-US" sz="1600" b="1" dirty="0">
                          <a:solidFill>
                            <a:srgbClr val="FFFFFF"/>
                          </a:solidFill>
                          <a:latin typeface="Frutiger"/>
                          <a:cs typeface="Frutiger"/>
                        </a:rPr>
                        <a:t>Topic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600" b="1" dirty="0">
                          <a:solidFill>
                            <a:srgbClr val="FFFFFF"/>
                          </a:solidFill>
                          <a:latin typeface="Frutiger"/>
                          <a:cs typeface="Frutiger"/>
                        </a:rPr>
                        <a:t>Where to read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09600">
                <a:tc>
                  <a:txBody>
                    <a:bodyPr/>
                    <a:lstStyle/>
                    <a:p>
                      <a:pPr algn="l">
                        <a:buNone/>
                      </a:pPr>
                      <a:r>
                        <a:rPr lang="en-US" sz="1600" dirty="0">
                          <a:solidFill>
                            <a:srgbClr val="364750"/>
                          </a:solidFill>
                          <a:latin typeface="Frutiger"/>
                          <a:cs typeface="Frutiger"/>
                        </a:rPr>
                        <a:t>What is dbt? · SQL models · ref()</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docs.getdbt.com/docs/introduction  ·  /docs/build/sql-models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09600">
                <a:tc>
                  <a:txBody>
                    <a:bodyPr/>
                    <a:lstStyle/>
                    <a:p>
                      <a:pPr algn="l">
                        <a:buNone/>
                      </a:pPr>
                      <a:r>
                        <a:rPr lang="en-US" sz="1600" dirty="0">
                          <a:solidFill>
                            <a:srgbClr val="364750"/>
                          </a:solidFill>
                          <a:latin typeface="Frutiger"/>
                          <a:cs typeface="Frutiger"/>
                        </a:rPr>
                        <a:t>Data tests · unit tests · dbt 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docs.getdbt.com/docs/build/data-tests  ·  /reference/commands/build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2"/>
                  </a:ext>
                </a:extLst>
              </a:tr>
              <a:tr h="609600">
                <a:tc>
                  <a:txBody>
                    <a:bodyPr/>
                    <a:lstStyle/>
                    <a:p>
                      <a:pPr algn="l">
                        <a:buNone/>
                      </a:pPr>
                      <a:r>
                        <a:rPr lang="en-US" sz="1600" dirty="0">
                          <a:solidFill>
                            <a:srgbClr val="364750"/>
                          </a:solidFill>
                          <a:latin typeface="Frutiger"/>
                          <a:cs typeface="Frutiger"/>
                        </a:rPr>
                        <a:t>Materializations · incremental · snapshots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docs.getdbt.com/docs/build/materializations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09600">
                <a:tc>
                  <a:txBody>
                    <a:bodyPr/>
                    <a:lstStyle/>
                    <a:p>
                      <a:pPr algn="l">
                        <a:buNone/>
                      </a:pPr>
                      <a:r>
                        <a:rPr lang="en-US" sz="1600" dirty="0">
                          <a:solidFill>
                            <a:srgbClr val="364750"/>
                          </a:solidFill>
                          <a:latin typeface="Frutiger"/>
                          <a:cs typeface="Frutiger"/>
                        </a:rPr>
                        <a:t>Documentation · lineage · 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docs.getdbt.com/reference/commands/cmd-docs  ·  /reference/artifacts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4"/>
                  </a:ext>
                </a:extLst>
              </a:tr>
              <a:tr h="609600">
                <a:tc>
                  <a:txBody>
                    <a:bodyPr/>
                    <a:lstStyle/>
                    <a:p>
                      <a:pPr algn="l">
                        <a:buNone/>
                      </a:pPr>
                      <a:r>
                        <a:rPr lang="en-US" sz="1600" dirty="0">
                          <a:solidFill>
                            <a:srgbClr val="364750"/>
                          </a:solidFill>
                          <a:latin typeface="Frutiger"/>
                          <a:cs typeface="Frutiger"/>
                        </a:rPr>
                        <a:t>Fabric Warehouse adapter (dbt-fabric)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docs.getdbt.com/docs/core/connect-data-platform/fabric-setup  ·  github.com/microsoft/dbt-fabric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r h="609600">
                <a:tc>
                  <a:txBody>
                    <a:bodyPr/>
                    <a:lstStyle/>
                    <a:p>
                      <a:pPr algn="l">
                        <a:buNone/>
                      </a:pPr>
                      <a:r>
                        <a:rPr lang="en-US" sz="1600" dirty="0">
                          <a:solidFill>
                            <a:srgbClr val="364750"/>
                          </a:solidFill>
                          <a:latin typeface="Frutiger"/>
                          <a:cs typeface="Frutiger"/>
                        </a:rPr>
                        <a:t>Fabric Lakehouse / Spark adapter (dbt-fabricspark)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docs.getdbt.com/docs/core/connect-data-platform/fabricspark-setup  ·  github.com/microsoft/dbt-fabricspark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6"/>
                  </a:ext>
                </a:extLst>
              </a:tr>
              <a:tr h="609600">
                <a:tc>
                  <a:txBody>
                    <a:bodyPr/>
                    <a:lstStyle/>
                    <a:p>
                      <a:pPr algn="l">
                        <a:buNone/>
                      </a:pPr>
                      <a:r>
                        <a:rPr lang="en-US" sz="1600" dirty="0">
                          <a:solidFill>
                            <a:srgbClr val="364750"/>
                          </a:solidFill>
                          <a:latin typeface="Frutiger"/>
                          <a:cs typeface="Frutiger"/>
                        </a:rPr>
                        <a:t>SQL Server / Azure SQL adapter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docs.getdbt.com/docs/core/connect-data-platform/mssql-setup  ·  github.com/dbt-msft/dbt-sqlserver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7"/>
                  </a:ext>
                </a:extLst>
              </a:tr>
              <a:tr h="609600">
                <a:tc>
                  <a:txBody>
                    <a:bodyPr/>
                    <a:lstStyle/>
                    <a:p>
                      <a:pPr algn="l">
                        <a:buNone/>
                      </a:pPr>
                      <a:r>
                        <a:rPr lang="en-US" sz="1600" dirty="0">
                          <a:solidFill>
                            <a:srgbClr val="364750"/>
                          </a:solidFill>
                          <a:latin typeface="Frutiger"/>
                          <a:cs typeface="Frutiger"/>
                        </a:rPr>
                        <a:t>Deploying dbt · graph selection · Jinja &amp; 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docs.getdbt.com/docs/deploy  ·  /reference/node-selection/syntax  ·  /docs/build/jinja-macros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8"/>
                  </a:ext>
                </a:extLst>
              </a:tr>
            </a:tbl>
          </a:graphicData>
        </a:graphic>
      </p:graphicFrame>
      <p:sp>
        <p:nvSpPr>
          <p:cNvPr id="110" name="Shape 110"/>
          <p:cNvSpPr/>
          <p:nvPr/>
        </p:nvSpPr>
        <p:spPr>
          <a:xfrm>
            <a:off x="838200" y="8051800"/>
            <a:ext cx="16611600" cy="10668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8178800"/>
            <a:ext cx="16129000" cy="838200"/>
          </a:xfrm>
          <a:prstGeom prst="rect">
            <a:avLst/>
          </a:prstGeom>
          <a:noFill/>
          <a:ln>
            <a:noFill/>
          </a:ln>
        </p:spPr>
        <p:txBody>
          <a:bodyPr wrap="square" lIns="0" tIns="0" rIns="0" bIns="0" anchor="t">
            <a:normAutofit lnSpcReduction="10000"/>
          </a:bodyPr>
          <a:lstStyle/>
          <a:p>
            <a:pPr>
              <a:lnSpc>
                <a:spcPct val="105000"/>
              </a:lnSpc>
              <a:buNone/>
            </a:pPr>
            <a:r>
              <a:rPr lang="en-US" sz="1900" b="1" dirty="0">
                <a:solidFill>
                  <a:srgbClr val="001F6B"/>
                </a:solidFill>
                <a:latin typeface="Frutiger"/>
                <a:cs typeface="Frutiger"/>
              </a:rPr>
              <a:t>Companion material: </a:t>
            </a:r>
            <a:r>
              <a:rPr lang="en-US" sz="1800" dirty="0">
                <a:solidFill>
                  <a:srgbClr val="364750"/>
                </a:solidFill>
                <a:latin typeface="Frutiger"/>
                <a:cs typeface="Frutiger"/>
              </a:rPr>
              <a:t>docs/runbook.md covers environment setup, per-demo commands, expected outputs and recovery steps; docs/fabric-setup.md covers the one-time Fabric, Entra and Azure DevOps setup; the companion repository (https://github.com/aboerger/getting-started-with-dbt) contains the Jaffle Shop project, profiles, pipeline, runner notebook and runbook.</a:t>
            </a:r>
          </a:p>
          <a:p>
            <a:pPr>
              <a:spcBef>
                <a:spcPts val="400"/>
              </a:spcBef>
              <a:buNone/>
            </a:pPr>
            <a:r>
              <a:rPr lang="en-US" sz="1700" i="1" dirty="0">
                <a:solidFill>
                  <a:srgbClr val="667780"/>
                </a:solidFill>
                <a:latin typeface="Frutiger"/>
                <a:cs typeface="Frutiger"/>
              </a:rPr>
              <a:t>Version-sensitive claims in this deck (adapter versions, connection libraries, auth modes) were checked in September 2026 — re-verify before presenting.</a:t>
            </a:r>
          </a:p>
        </p:txBody>
      </p:sp>
    </p:spTree>
    <p:extLst>
      <p:ext uri="{BB962C8B-B14F-4D97-AF65-F5344CB8AC3E}">
        <p14:creationId xmlns:p14="http://schemas.microsoft.com/office/powerpoint/2010/main" val="14500692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94"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0205F9E-D364-4AE6-B05E-A42EF31184DD}">
  <we:reference id="WA200010725" version="1.0.0.1" store="Omex" storeType="OMEX"/>
  <we:alternateReferences>
    <we:reference id="WA200010725" version="1.0.0.1" store="WA200010725" storeType="OMEX"/>
  </we:alternateReferences>
  <we:properties>
    <we:property name="claude.fileId" value="&quot;e47c0829-70f0-46d4-98ed-862f6c0cc6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9803</Words>
  <Application>Microsoft Office PowerPoint</Application>
  <DocSecurity>0</DocSecurity>
  <PresentationFormat>Custom</PresentationFormat>
  <Paragraphs>1060</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Consolas</vt:lpstr>
      <vt:lpstr>Frutiger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Boerger, Andrew</cp:lastModifiedBy>
  <cp:revision>1</cp:revision>
  <dcterms:created xsi:type="dcterms:W3CDTF">2026-09-06T15:22:03Z</dcterms:created>
  <dcterms:modified xsi:type="dcterms:W3CDTF">2026-09-09T16:51:57Z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b500289-1a9c-442f-923d-4f95209608d2_Enabled">
    <vt:lpwstr>true</vt:lpwstr>
  </property>
  <property fmtid="{D5CDD505-2E9C-101B-9397-08002B2CF9AE}" pid="3" name="MSIP_Label_9b500289-1a9c-442f-923d-4f95209608d2_SetDate">
    <vt:lpwstr>2026-09-08T18:19:34Z</vt:lpwstr>
  </property>
  <property fmtid="{D5CDD505-2E9C-101B-9397-08002B2CF9AE}" pid="4" name="MSIP_Label_9b500289-1a9c-442f-923d-4f95209608d2_Method">
    <vt:lpwstr>Privileged</vt:lpwstr>
  </property>
  <property fmtid="{D5CDD505-2E9C-101B-9397-08002B2CF9AE}" pid="5" name="MSIP_Label_9b500289-1a9c-442f-923d-4f95209608d2_Name">
    <vt:lpwstr>GCEP2 - Others</vt:lpwstr>
  </property>
  <property fmtid="{D5CDD505-2E9C-101B-9397-08002B2CF9AE}" pid="6" name="MSIP_Label_9b500289-1a9c-442f-923d-4f95209608d2_SiteId">
    <vt:lpwstr>90c56ca2-d892-45ce-810d-6cf368facdb3</vt:lpwstr>
  </property>
  <property fmtid="{D5CDD505-2E9C-101B-9397-08002B2CF9AE}" pid="7" name="MSIP_Label_9b500289-1a9c-442f-923d-4f95209608d2_ActionId">
    <vt:lpwstr>242216fd-53bd-42d9-85b4-bd90f3a90dd7</vt:lpwstr>
  </property>
  <property fmtid="{D5CDD505-2E9C-101B-9397-08002B2CF9AE}" pid="8" name="MSIP_Label_9b500289-1a9c-442f-923d-4f95209608d2_ContentBits">
    <vt:lpwstr>0</vt:lpwstr>
  </property>
  <property fmtid="{D5CDD505-2E9C-101B-9397-08002B2CF9AE}" pid="9" name="MSIP_Label_9b500289-1a9c-442f-923d-4f95209608d2_Tag">
    <vt:lpwstr>10, 0, 1, 1</vt:lpwstr>
  </property>
</Properties>
</file>